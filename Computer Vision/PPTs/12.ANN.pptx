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y="6858000" cx="9144000"/>
  <p:notesSz cx="9144000" cy="6858000"/>
  <p:embeddedFontLst>
    <p:embeddedFont>
      <p:font typeface="Palatino Linotype"/>
      <p:regular r:id="rId57"/>
      <p:bold r:id="rId58"/>
      <p:italic r:id="rId59"/>
      <p:boldItalic r:id="rId60"/>
    </p:embeddedFont>
    <p:embeddedFont>
      <p:font typeface="Tahoma"/>
      <p:regular r:id="rId61"/>
      <p:bold r:id="rId62"/>
    </p:embeddedFont>
    <p:embeddedFont>
      <p:font typeface="Noto Sans Symbols"/>
      <p:regular r:id="rId63"/>
      <p:bold r:id="rId64"/>
    </p:embeddedFont>
    <p:embeddedFont>
      <p:font typeface="Bell MT"/>
      <p:regular r:id="rId65"/>
      <p:bold r:id="rId66"/>
      <p:italic r:id="rId67"/>
      <p:boldItalic r:id="rId6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1E6DF7D-0CE2-4F0E-B0FC-F8CC729EC077}">
  <a:tblStyle styleId="{91E6DF7D-0CE2-4F0E-B0FC-F8CC729EC07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62" Type="http://schemas.openxmlformats.org/officeDocument/2006/relationships/font" Target="fonts/Tahoma-bold.fntdata"/><Relationship Id="rId61" Type="http://schemas.openxmlformats.org/officeDocument/2006/relationships/font" Target="fonts/Tahoma-regular.fntdata"/><Relationship Id="rId64" Type="http://schemas.openxmlformats.org/officeDocument/2006/relationships/font" Target="fonts/NotoSansSymbols-bold.fntdata"/><Relationship Id="rId63" Type="http://schemas.openxmlformats.org/officeDocument/2006/relationships/font" Target="fonts/NotoSansSymbols-regular.fntdata"/><Relationship Id="rId66" Type="http://schemas.openxmlformats.org/officeDocument/2006/relationships/font" Target="fonts/BellMT-bold.fntdata"/><Relationship Id="rId65" Type="http://schemas.openxmlformats.org/officeDocument/2006/relationships/font" Target="fonts/BellMT-regular.fntdata"/><Relationship Id="rId68" Type="http://schemas.openxmlformats.org/officeDocument/2006/relationships/font" Target="fonts/BellMT-boldItalic.fntdata"/><Relationship Id="rId67" Type="http://schemas.openxmlformats.org/officeDocument/2006/relationships/font" Target="fonts/BellMT-italic.fntdata"/><Relationship Id="rId60" Type="http://schemas.openxmlformats.org/officeDocument/2006/relationships/font" Target="fonts/PalatinoLinotype-boldItalic.fntdata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font" Target="fonts/PalatinoLinotype-regular.fntdata"/><Relationship Id="rId56" Type="http://schemas.openxmlformats.org/officeDocument/2006/relationships/slide" Target="slides/slide50.xml"/><Relationship Id="rId59" Type="http://schemas.openxmlformats.org/officeDocument/2006/relationships/font" Target="fonts/PalatinoLinotype-italic.fntdata"/><Relationship Id="rId58" Type="http://schemas.openxmlformats.org/officeDocument/2006/relationships/font" Target="fonts/PalatinoLinotype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2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3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3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3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3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3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3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3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3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3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3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4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4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4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4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4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4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4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4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4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4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4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4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p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6" name="Google Shape;1596;p4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2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p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p5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5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2" name="Google Shape;1612;p5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535940" y="1067816"/>
            <a:ext cx="7396480" cy="190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3636422" y="6551115"/>
            <a:ext cx="1870075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937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636422" y="6551115"/>
            <a:ext cx="1870075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937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0" y="6433565"/>
            <a:ext cx="9144000" cy="424815"/>
          </a:xfrm>
          <a:custGeom>
            <a:rect b="b" l="l" r="r" t="t"/>
            <a:pathLst>
              <a:path extrusionOk="0" h="424815" w="9144000">
                <a:moveTo>
                  <a:pt x="9144000" y="0"/>
                </a:moveTo>
                <a:lnTo>
                  <a:pt x="0" y="0"/>
                </a:lnTo>
                <a:lnTo>
                  <a:pt x="0" y="424434"/>
                </a:lnTo>
                <a:lnTo>
                  <a:pt x="9144000" y="424434"/>
                </a:lnTo>
                <a:lnTo>
                  <a:pt x="9144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3636422" y="6551115"/>
            <a:ext cx="1870075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265842" y="6555688"/>
            <a:ext cx="241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937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subTitle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3636422" y="6551115"/>
            <a:ext cx="1870075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937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2" type="body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3636422" y="6551115"/>
            <a:ext cx="1870075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937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6433565"/>
            <a:ext cx="9144000" cy="424815"/>
          </a:xfrm>
          <a:custGeom>
            <a:rect b="b" l="l" r="r" t="t"/>
            <a:pathLst>
              <a:path extrusionOk="0" h="424815" w="9144000">
                <a:moveTo>
                  <a:pt x="9144000" y="0"/>
                </a:moveTo>
                <a:lnTo>
                  <a:pt x="0" y="0"/>
                </a:lnTo>
                <a:lnTo>
                  <a:pt x="0" y="424434"/>
                </a:lnTo>
                <a:lnTo>
                  <a:pt x="9144000" y="424434"/>
                </a:lnTo>
                <a:lnTo>
                  <a:pt x="9144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228600" y="974624"/>
            <a:ext cx="8686800" cy="0"/>
          </a:xfrm>
          <a:custGeom>
            <a:rect b="b" l="l" r="r" t="t"/>
            <a:pathLst>
              <a:path extrusionOk="0" h="120000" w="8686800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535940" y="1067816"/>
            <a:ext cx="7396480" cy="190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3636422" y="6551115"/>
            <a:ext cx="1870075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9370">
              <a:lnSpc>
                <a:spcPct val="100000"/>
              </a:lnSpc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937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6.png"/><Relationship Id="rId7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jpg"/><Relationship Id="rId4" Type="http://schemas.openxmlformats.org/officeDocument/2006/relationships/image" Target="../media/image4.jpg"/><Relationship Id="rId5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13.jpg"/><Relationship Id="rId5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27.png"/><Relationship Id="rId5" Type="http://schemas.openxmlformats.org/officeDocument/2006/relationships/image" Target="../media/image14.png"/><Relationship Id="rId6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Relationship Id="rId5" Type="http://schemas.openxmlformats.org/officeDocument/2006/relationships/image" Target="../media/image3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Relationship Id="rId4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Relationship Id="rId4" Type="http://schemas.openxmlformats.org/officeDocument/2006/relationships/image" Target="../media/image4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9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5.jpg"/></Relationships>
</file>

<file path=ppt/slides/_rels/slide23.xml.rels><?xml version="1.0" encoding="UTF-8" standalone="yes"?><Relationships xmlns="http://schemas.openxmlformats.org/package/2006/relationships"><Relationship Id="rId11" Type="http://schemas.openxmlformats.org/officeDocument/2006/relationships/image" Target="../media/image56.png"/><Relationship Id="rId10" Type="http://schemas.openxmlformats.org/officeDocument/2006/relationships/image" Target="../media/image46.png"/><Relationship Id="rId13" Type="http://schemas.openxmlformats.org/officeDocument/2006/relationships/image" Target="../media/image62.png"/><Relationship Id="rId1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Relationship Id="rId5" Type="http://schemas.openxmlformats.org/officeDocument/2006/relationships/image" Target="../media/image53.png"/><Relationship Id="rId6" Type="http://schemas.openxmlformats.org/officeDocument/2006/relationships/image" Target="../media/image47.png"/><Relationship Id="rId7" Type="http://schemas.openxmlformats.org/officeDocument/2006/relationships/image" Target="../media/image43.png"/><Relationship Id="rId8" Type="http://schemas.openxmlformats.org/officeDocument/2006/relationships/image" Target="../media/image3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1.png"/><Relationship Id="rId4" Type="http://schemas.openxmlformats.org/officeDocument/2006/relationships/image" Target="../media/image7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en.wikipedia.org/wiki/Supervised_classification" TargetMode="External"/><Relationship Id="rId4" Type="http://schemas.openxmlformats.org/officeDocument/2006/relationships/hyperlink" Target="https://en.wikipedia.org/wiki/Binary_classification" TargetMode="External"/><Relationship Id="rId5" Type="http://schemas.openxmlformats.org/officeDocument/2006/relationships/hyperlink" Target="https://en.wikipedia.org/wiki/Binary_classification" TargetMode="External"/><Relationship Id="rId6" Type="http://schemas.openxmlformats.org/officeDocument/2006/relationships/hyperlink" Target="https://en.wikipedia.org/wiki/Linear_predictor_function" TargetMode="External"/><Relationship Id="rId7" Type="http://schemas.openxmlformats.org/officeDocument/2006/relationships/hyperlink" Target="https://en.wikipedia.org/wiki/Linear_predictor_function" TargetMode="External"/><Relationship Id="rId8" Type="http://schemas.openxmlformats.org/officeDocument/2006/relationships/hyperlink" Target="https://en.wikipedia.org/wiki/Feature_vector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www.cs.utexas.edu/%7Eteammco/misc/perceptron/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5.png"/><Relationship Id="rId4" Type="http://schemas.openxmlformats.org/officeDocument/2006/relationships/image" Target="../media/image54.jpg"/><Relationship Id="rId5" Type="http://schemas.openxmlformats.org/officeDocument/2006/relationships/image" Target="../media/image59.png"/><Relationship Id="rId6" Type="http://schemas.openxmlformats.org/officeDocument/2006/relationships/image" Target="../media/image7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3.png"/><Relationship Id="rId4" Type="http://schemas.openxmlformats.org/officeDocument/2006/relationships/image" Target="../media/image64.png"/><Relationship Id="rId5" Type="http://schemas.openxmlformats.org/officeDocument/2006/relationships/image" Target="../media/image54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4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8.png"/><Relationship Id="rId4" Type="http://schemas.openxmlformats.org/officeDocument/2006/relationships/image" Target="../media/image57.png"/><Relationship Id="rId5" Type="http://schemas.openxmlformats.org/officeDocument/2006/relationships/image" Target="../media/image69.png"/><Relationship Id="rId6" Type="http://schemas.openxmlformats.org/officeDocument/2006/relationships/image" Target="../media/image71.png"/><Relationship Id="rId7" Type="http://schemas.openxmlformats.org/officeDocument/2006/relationships/image" Target="../media/image6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8.png"/><Relationship Id="rId4" Type="http://schemas.openxmlformats.org/officeDocument/2006/relationships/image" Target="../media/image66.png"/><Relationship Id="rId5" Type="http://schemas.openxmlformats.org/officeDocument/2006/relationships/image" Target="../media/image78.png"/><Relationship Id="rId6" Type="http://schemas.openxmlformats.org/officeDocument/2006/relationships/image" Target="../media/image8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0.png"/><Relationship Id="rId4" Type="http://schemas.openxmlformats.org/officeDocument/2006/relationships/image" Target="../media/image83.png"/><Relationship Id="rId5" Type="http://schemas.openxmlformats.org/officeDocument/2006/relationships/image" Target="../media/image7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7.png"/><Relationship Id="rId4" Type="http://schemas.openxmlformats.org/officeDocument/2006/relationships/image" Target="../media/image76.png"/><Relationship Id="rId5" Type="http://schemas.openxmlformats.org/officeDocument/2006/relationships/image" Target="../media/image9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8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9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40" Type="http://schemas.openxmlformats.org/officeDocument/2006/relationships/image" Target="../media/image132.png"/><Relationship Id="rId42" Type="http://schemas.openxmlformats.org/officeDocument/2006/relationships/image" Target="../media/image121.png"/><Relationship Id="rId41" Type="http://schemas.openxmlformats.org/officeDocument/2006/relationships/image" Target="../media/image124.png"/><Relationship Id="rId44" Type="http://schemas.openxmlformats.org/officeDocument/2006/relationships/image" Target="../media/image126.png"/><Relationship Id="rId43" Type="http://schemas.openxmlformats.org/officeDocument/2006/relationships/image" Target="../media/image131.png"/><Relationship Id="rId46" Type="http://schemas.openxmlformats.org/officeDocument/2006/relationships/image" Target="../media/image122.png"/><Relationship Id="rId45" Type="http://schemas.openxmlformats.org/officeDocument/2006/relationships/image" Target="../media/image120.png"/><Relationship Id="rId107" Type="http://schemas.openxmlformats.org/officeDocument/2006/relationships/image" Target="../media/image199.png"/><Relationship Id="rId106" Type="http://schemas.openxmlformats.org/officeDocument/2006/relationships/image" Target="../media/image188.png"/><Relationship Id="rId105" Type="http://schemas.openxmlformats.org/officeDocument/2006/relationships/image" Target="../media/image206.png"/><Relationship Id="rId104" Type="http://schemas.openxmlformats.org/officeDocument/2006/relationships/image" Target="../media/image197.png"/><Relationship Id="rId109" Type="http://schemas.openxmlformats.org/officeDocument/2006/relationships/image" Target="../media/image204.png"/><Relationship Id="rId108" Type="http://schemas.openxmlformats.org/officeDocument/2006/relationships/image" Target="../media/image205.png"/><Relationship Id="rId48" Type="http://schemas.openxmlformats.org/officeDocument/2006/relationships/image" Target="../media/image128.png"/><Relationship Id="rId47" Type="http://schemas.openxmlformats.org/officeDocument/2006/relationships/image" Target="../media/image133.png"/><Relationship Id="rId49" Type="http://schemas.openxmlformats.org/officeDocument/2006/relationships/image" Target="../media/image138.png"/><Relationship Id="rId103" Type="http://schemas.openxmlformats.org/officeDocument/2006/relationships/image" Target="../media/image189.png"/><Relationship Id="rId102" Type="http://schemas.openxmlformats.org/officeDocument/2006/relationships/image" Target="../media/image202.png"/><Relationship Id="rId101" Type="http://schemas.openxmlformats.org/officeDocument/2006/relationships/image" Target="../media/image194.png"/><Relationship Id="rId100" Type="http://schemas.openxmlformats.org/officeDocument/2006/relationships/image" Target="../media/image191.png"/><Relationship Id="rId31" Type="http://schemas.openxmlformats.org/officeDocument/2006/relationships/image" Target="../media/image107.png"/><Relationship Id="rId30" Type="http://schemas.openxmlformats.org/officeDocument/2006/relationships/image" Target="../media/image113.png"/><Relationship Id="rId33" Type="http://schemas.openxmlformats.org/officeDocument/2006/relationships/image" Target="../media/image116.png"/><Relationship Id="rId32" Type="http://schemas.openxmlformats.org/officeDocument/2006/relationships/image" Target="../media/image118.png"/><Relationship Id="rId35" Type="http://schemas.openxmlformats.org/officeDocument/2006/relationships/image" Target="../media/image110.png"/><Relationship Id="rId34" Type="http://schemas.openxmlformats.org/officeDocument/2006/relationships/image" Target="../media/image119.png"/><Relationship Id="rId37" Type="http://schemas.openxmlformats.org/officeDocument/2006/relationships/image" Target="../media/image111.png"/><Relationship Id="rId36" Type="http://schemas.openxmlformats.org/officeDocument/2006/relationships/image" Target="../media/image112.png"/><Relationship Id="rId39" Type="http://schemas.openxmlformats.org/officeDocument/2006/relationships/image" Target="../media/image129.png"/><Relationship Id="rId38" Type="http://schemas.openxmlformats.org/officeDocument/2006/relationships/image" Target="../media/image125.png"/><Relationship Id="rId20" Type="http://schemas.openxmlformats.org/officeDocument/2006/relationships/image" Target="../media/image108.png"/><Relationship Id="rId22" Type="http://schemas.openxmlformats.org/officeDocument/2006/relationships/image" Target="../media/image106.png"/><Relationship Id="rId21" Type="http://schemas.openxmlformats.org/officeDocument/2006/relationships/image" Target="../media/image103.png"/><Relationship Id="rId24" Type="http://schemas.openxmlformats.org/officeDocument/2006/relationships/image" Target="../media/image104.png"/><Relationship Id="rId23" Type="http://schemas.openxmlformats.org/officeDocument/2006/relationships/image" Target="../media/image105.png"/><Relationship Id="rId26" Type="http://schemas.openxmlformats.org/officeDocument/2006/relationships/image" Target="../media/image115.png"/><Relationship Id="rId25" Type="http://schemas.openxmlformats.org/officeDocument/2006/relationships/image" Target="../media/image101.png"/><Relationship Id="rId28" Type="http://schemas.openxmlformats.org/officeDocument/2006/relationships/image" Target="../media/image117.png"/><Relationship Id="rId27" Type="http://schemas.openxmlformats.org/officeDocument/2006/relationships/image" Target="../media/image114.png"/><Relationship Id="rId29" Type="http://schemas.openxmlformats.org/officeDocument/2006/relationships/image" Target="../media/image102.png"/><Relationship Id="rId95" Type="http://schemas.openxmlformats.org/officeDocument/2006/relationships/image" Target="../media/image186.png"/><Relationship Id="rId94" Type="http://schemas.openxmlformats.org/officeDocument/2006/relationships/image" Target="../media/image181.png"/><Relationship Id="rId97" Type="http://schemas.openxmlformats.org/officeDocument/2006/relationships/image" Target="../media/image187.png"/><Relationship Id="rId96" Type="http://schemas.openxmlformats.org/officeDocument/2006/relationships/image" Target="../media/image179.png"/><Relationship Id="rId11" Type="http://schemas.openxmlformats.org/officeDocument/2006/relationships/image" Target="../media/image96.png"/><Relationship Id="rId99" Type="http://schemas.openxmlformats.org/officeDocument/2006/relationships/image" Target="../media/image184.png"/><Relationship Id="rId10" Type="http://schemas.openxmlformats.org/officeDocument/2006/relationships/image" Target="../media/image85.png"/><Relationship Id="rId98" Type="http://schemas.openxmlformats.org/officeDocument/2006/relationships/image" Target="../media/image183.png"/><Relationship Id="rId13" Type="http://schemas.openxmlformats.org/officeDocument/2006/relationships/image" Target="../media/image84.png"/><Relationship Id="rId12" Type="http://schemas.openxmlformats.org/officeDocument/2006/relationships/image" Target="../media/image95.png"/><Relationship Id="rId91" Type="http://schemas.openxmlformats.org/officeDocument/2006/relationships/image" Target="../media/image185.png"/><Relationship Id="rId90" Type="http://schemas.openxmlformats.org/officeDocument/2006/relationships/image" Target="../media/image180.png"/><Relationship Id="rId93" Type="http://schemas.openxmlformats.org/officeDocument/2006/relationships/image" Target="../media/image190.png"/><Relationship Id="rId92" Type="http://schemas.openxmlformats.org/officeDocument/2006/relationships/image" Target="../media/image174.png"/><Relationship Id="rId117" Type="http://schemas.openxmlformats.org/officeDocument/2006/relationships/image" Target="../media/image203.png"/><Relationship Id="rId116" Type="http://schemas.openxmlformats.org/officeDocument/2006/relationships/image" Target="../media/image200.png"/><Relationship Id="rId115" Type="http://schemas.openxmlformats.org/officeDocument/2006/relationships/image" Target="../media/image192.png"/><Relationship Id="rId15" Type="http://schemas.openxmlformats.org/officeDocument/2006/relationships/image" Target="../media/image97.png"/><Relationship Id="rId110" Type="http://schemas.openxmlformats.org/officeDocument/2006/relationships/image" Target="../media/image201.png"/><Relationship Id="rId14" Type="http://schemas.openxmlformats.org/officeDocument/2006/relationships/image" Target="../media/image100.png"/><Relationship Id="rId17" Type="http://schemas.openxmlformats.org/officeDocument/2006/relationships/image" Target="../media/image88.png"/><Relationship Id="rId16" Type="http://schemas.openxmlformats.org/officeDocument/2006/relationships/image" Target="../media/image92.png"/><Relationship Id="rId19" Type="http://schemas.openxmlformats.org/officeDocument/2006/relationships/image" Target="../media/image109.png"/><Relationship Id="rId114" Type="http://schemas.openxmlformats.org/officeDocument/2006/relationships/image" Target="../media/image198.png"/><Relationship Id="rId18" Type="http://schemas.openxmlformats.org/officeDocument/2006/relationships/image" Target="../media/image98.png"/><Relationship Id="rId113" Type="http://schemas.openxmlformats.org/officeDocument/2006/relationships/image" Target="../media/image196.png"/><Relationship Id="rId112" Type="http://schemas.openxmlformats.org/officeDocument/2006/relationships/image" Target="../media/image193.png"/><Relationship Id="rId111" Type="http://schemas.openxmlformats.org/officeDocument/2006/relationships/image" Target="../media/image195.png"/><Relationship Id="rId84" Type="http://schemas.openxmlformats.org/officeDocument/2006/relationships/image" Target="../media/image168.png"/><Relationship Id="rId83" Type="http://schemas.openxmlformats.org/officeDocument/2006/relationships/image" Target="../media/image173.png"/><Relationship Id="rId86" Type="http://schemas.openxmlformats.org/officeDocument/2006/relationships/image" Target="../media/image175.png"/><Relationship Id="rId85" Type="http://schemas.openxmlformats.org/officeDocument/2006/relationships/image" Target="../media/image172.png"/><Relationship Id="rId88" Type="http://schemas.openxmlformats.org/officeDocument/2006/relationships/image" Target="../media/image176.png"/><Relationship Id="rId87" Type="http://schemas.openxmlformats.org/officeDocument/2006/relationships/image" Target="../media/image182.png"/><Relationship Id="rId89" Type="http://schemas.openxmlformats.org/officeDocument/2006/relationships/image" Target="../media/image178.png"/><Relationship Id="rId80" Type="http://schemas.openxmlformats.org/officeDocument/2006/relationships/image" Target="../media/image164.png"/><Relationship Id="rId82" Type="http://schemas.openxmlformats.org/officeDocument/2006/relationships/image" Target="../media/image162.png"/><Relationship Id="rId81" Type="http://schemas.openxmlformats.org/officeDocument/2006/relationships/image" Target="../media/image17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82.png"/><Relationship Id="rId4" Type="http://schemas.openxmlformats.org/officeDocument/2006/relationships/image" Target="../media/image93.png"/><Relationship Id="rId9" Type="http://schemas.openxmlformats.org/officeDocument/2006/relationships/image" Target="../media/image90.png"/><Relationship Id="rId5" Type="http://schemas.openxmlformats.org/officeDocument/2006/relationships/image" Target="../media/image89.png"/><Relationship Id="rId6" Type="http://schemas.openxmlformats.org/officeDocument/2006/relationships/image" Target="../media/image86.png"/><Relationship Id="rId7" Type="http://schemas.openxmlformats.org/officeDocument/2006/relationships/image" Target="../media/image99.png"/><Relationship Id="rId8" Type="http://schemas.openxmlformats.org/officeDocument/2006/relationships/image" Target="../media/image87.png"/><Relationship Id="rId73" Type="http://schemas.openxmlformats.org/officeDocument/2006/relationships/image" Target="../media/image161.png"/><Relationship Id="rId72" Type="http://schemas.openxmlformats.org/officeDocument/2006/relationships/image" Target="../media/image167.png"/><Relationship Id="rId75" Type="http://schemas.openxmlformats.org/officeDocument/2006/relationships/image" Target="../media/image163.png"/><Relationship Id="rId74" Type="http://schemas.openxmlformats.org/officeDocument/2006/relationships/image" Target="../media/image159.png"/><Relationship Id="rId77" Type="http://schemas.openxmlformats.org/officeDocument/2006/relationships/image" Target="../media/image157.png"/><Relationship Id="rId76" Type="http://schemas.openxmlformats.org/officeDocument/2006/relationships/image" Target="../media/image169.png"/><Relationship Id="rId79" Type="http://schemas.openxmlformats.org/officeDocument/2006/relationships/image" Target="../media/image160.png"/><Relationship Id="rId78" Type="http://schemas.openxmlformats.org/officeDocument/2006/relationships/image" Target="../media/image158.png"/><Relationship Id="rId71" Type="http://schemas.openxmlformats.org/officeDocument/2006/relationships/image" Target="../media/image150.png"/><Relationship Id="rId70" Type="http://schemas.openxmlformats.org/officeDocument/2006/relationships/image" Target="../media/image177.png"/><Relationship Id="rId62" Type="http://schemas.openxmlformats.org/officeDocument/2006/relationships/image" Target="../media/image143.png"/><Relationship Id="rId61" Type="http://schemas.openxmlformats.org/officeDocument/2006/relationships/image" Target="../media/image145.png"/><Relationship Id="rId64" Type="http://schemas.openxmlformats.org/officeDocument/2006/relationships/image" Target="../media/image151.png"/><Relationship Id="rId63" Type="http://schemas.openxmlformats.org/officeDocument/2006/relationships/image" Target="../media/image147.png"/><Relationship Id="rId66" Type="http://schemas.openxmlformats.org/officeDocument/2006/relationships/image" Target="../media/image156.png"/><Relationship Id="rId65" Type="http://schemas.openxmlformats.org/officeDocument/2006/relationships/image" Target="../media/image155.png"/><Relationship Id="rId68" Type="http://schemas.openxmlformats.org/officeDocument/2006/relationships/image" Target="../media/image171.png"/><Relationship Id="rId67" Type="http://schemas.openxmlformats.org/officeDocument/2006/relationships/image" Target="../media/image154.png"/><Relationship Id="rId60" Type="http://schemas.openxmlformats.org/officeDocument/2006/relationships/image" Target="../media/image141.png"/><Relationship Id="rId69" Type="http://schemas.openxmlformats.org/officeDocument/2006/relationships/image" Target="../media/image166.png"/><Relationship Id="rId51" Type="http://schemas.openxmlformats.org/officeDocument/2006/relationships/image" Target="../media/image130.png"/><Relationship Id="rId50" Type="http://schemas.openxmlformats.org/officeDocument/2006/relationships/image" Target="../media/image135.png"/><Relationship Id="rId53" Type="http://schemas.openxmlformats.org/officeDocument/2006/relationships/image" Target="../media/image127.png"/><Relationship Id="rId52" Type="http://schemas.openxmlformats.org/officeDocument/2006/relationships/image" Target="../media/image123.png"/><Relationship Id="rId55" Type="http://schemas.openxmlformats.org/officeDocument/2006/relationships/image" Target="../media/image139.png"/><Relationship Id="rId54" Type="http://schemas.openxmlformats.org/officeDocument/2006/relationships/image" Target="../media/image136.png"/><Relationship Id="rId57" Type="http://schemas.openxmlformats.org/officeDocument/2006/relationships/image" Target="../media/image140.png"/><Relationship Id="rId56" Type="http://schemas.openxmlformats.org/officeDocument/2006/relationships/image" Target="../media/image165.png"/><Relationship Id="rId59" Type="http://schemas.openxmlformats.org/officeDocument/2006/relationships/image" Target="../media/image144.png"/><Relationship Id="rId58" Type="http://schemas.openxmlformats.org/officeDocument/2006/relationships/image" Target="../media/image15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/>
          <p:nvPr/>
        </p:nvSpPr>
        <p:spPr>
          <a:xfrm>
            <a:off x="0" y="6433565"/>
            <a:ext cx="9144000" cy="424815"/>
          </a:xfrm>
          <a:custGeom>
            <a:rect b="b" l="l" r="r" t="t"/>
            <a:pathLst>
              <a:path extrusionOk="0" h="424815" w="9144000">
                <a:moveTo>
                  <a:pt x="9144000" y="0"/>
                </a:moveTo>
                <a:lnTo>
                  <a:pt x="0" y="0"/>
                </a:lnTo>
                <a:lnTo>
                  <a:pt x="0" y="424434"/>
                </a:lnTo>
                <a:lnTo>
                  <a:pt x="9144000" y="424434"/>
                </a:lnTo>
                <a:lnTo>
                  <a:pt x="9144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7"/>
          <p:cNvSpPr txBox="1"/>
          <p:nvPr>
            <p:ph type="title"/>
          </p:nvPr>
        </p:nvSpPr>
        <p:spPr>
          <a:xfrm>
            <a:off x="1113147" y="2995057"/>
            <a:ext cx="6917700" cy="6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00206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Artificial Neural Networks</a:t>
            </a:r>
            <a:endParaRPr sz="4400"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grpSp>
        <p:nvGrpSpPr>
          <p:cNvPr id="48" name="Google Shape;48;p7"/>
          <p:cNvGrpSpPr/>
          <p:nvPr/>
        </p:nvGrpSpPr>
        <p:grpSpPr>
          <a:xfrm>
            <a:off x="5201412" y="6156959"/>
            <a:ext cx="3797807" cy="306323"/>
            <a:chOff x="5201412" y="6156959"/>
            <a:chExt cx="3797807" cy="306323"/>
          </a:xfrm>
        </p:grpSpPr>
        <p:pic>
          <p:nvPicPr>
            <p:cNvPr id="49" name="Google Shape;4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01412" y="6156959"/>
              <a:ext cx="891539" cy="3063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939028" y="6156959"/>
              <a:ext cx="797051" cy="3063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550152" y="6156959"/>
              <a:ext cx="705611" cy="3063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52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100316" y="6156959"/>
              <a:ext cx="679703" cy="3063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53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594092" y="6156959"/>
              <a:ext cx="1405127" cy="3063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4" name="Google Shape;54;p7"/>
          <p:cNvSpPr txBox="1"/>
          <p:nvPr/>
        </p:nvSpPr>
        <p:spPr>
          <a:xfrm>
            <a:off x="5274055" y="6178677"/>
            <a:ext cx="3638550" cy="18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050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Slide credit: </a:t>
            </a:r>
            <a:r>
              <a:rPr i="1" lang="en-US" sz="1050">
                <a:solidFill>
                  <a:srgbClr val="00206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Prof. Peter Waiganjo Wagacha, University of Nairobi</a:t>
            </a:r>
            <a:endParaRPr sz="1050"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55" name="Google Shape;55;p7"/>
          <p:cNvSpPr txBox="1"/>
          <p:nvPr>
            <p:ph idx="11" type="ftr"/>
          </p:nvPr>
        </p:nvSpPr>
        <p:spPr>
          <a:xfrm>
            <a:off x="3051752" y="6560763"/>
            <a:ext cx="304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/>
          </a:p>
        </p:txBody>
      </p:sp>
      <p:sp>
        <p:nvSpPr>
          <p:cNvPr id="56" name="Google Shape;56;p7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61695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Content</a:t>
            </a:r>
            <a:endParaRPr/>
          </a:p>
        </p:txBody>
      </p:sp>
      <p:sp>
        <p:nvSpPr>
          <p:cNvPr id="62" name="Google Shape;62;p8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8"/>
          <p:cNvSpPr txBox="1"/>
          <p:nvPr/>
        </p:nvSpPr>
        <p:spPr>
          <a:xfrm>
            <a:off x="535940" y="954192"/>
            <a:ext cx="4055745" cy="457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19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3E3E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92710" rtl="0" algn="ctr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E3E3E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400">
                <a:solidFill>
                  <a:srgbClr val="3E3E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for classification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2545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3E3E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Perceptron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95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3E3E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Multilayer networks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95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3E3E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 Neural Network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8"/>
          <p:cNvSpPr txBox="1"/>
          <p:nvPr>
            <p:ph idx="11" type="ftr"/>
          </p:nvPr>
        </p:nvSpPr>
        <p:spPr>
          <a:xfrm>
            <a:off x="3051752" y="6560763"/>
            <a:ext cx="304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46164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Introduction – Classification Problems</a:t>
            </a:r>
            <a:endParaRPr/>
          </a:p>
        </p:txBody>
      </p:sp>
      <p:sp>
        <p:nvSpPr>
          <p:cNvPr id="70" name="Google Shape;70;p9"/>
          <p:cNvSpPr txBox="1"/>
          <p:nvPr/>
        </p:nvSpPr>
        <p:spPr>
          <a:xfrm>
            <a:off x="535940" y="968656"/>
            <a:ext cx="4483735" cy="4655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67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Face Recognition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115" lvl="1" marL="754380" marR="537845" rtl="0" algn="l">
              <a:lnSpc>
                <a:spcPct val="108214"/>
              </a:lnSpc>
              <a:spcBef>
                <a:spcPts val="74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Classifying faces to 	identify individuals or 	verify identity.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0" rtl="0" algn="l">
              <a:lnSpc>
                <a:spcPct val="100000"/>
              </a:lnSpc>
              <a:spcBef>
                <a:spcPts val="2305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Scene Classification –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115" lvl="1" marL="754380" marR="5080" rtl="0" algn="l">
              <a:lnSpc>
                <a:spcPct val="108214"/>
              </a:lnSpc>
              <a:spcBef>
                <a:spcPts val="74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classifying images as 	indoor, outdoor, urban, or 	rural.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1" name="Google Shape;7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8100" y="3724088"/>
            <a:ext cx="2336876" cy="1512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69093" y="5309590"/>
            <a:ext cx="2771770" cy="1015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09521" y="1066800"/>
            <a:ext cx="2609849" cy="1600199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9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" name="Google Shape;75;p9"/>
          <p:cNvSpPr txBox="1"/>
          <p:nvPr>
            <p:ph idx="11" type="ftr"/>
          </p:nvPr>
        </p:nvSpPr>
        <p:spPr>
          <a:xfrm>
            <a:off x="3051752" y="6560763"/>
            <a:ext cx="304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0"/>
          <p:cNvGrpSpPr/>
          <p:nvPr/>
        </p:nvGrpSpPr>
        <p:grpSpPr>
          <a:xfrm>
            <a:off x="5715000" y="1066800"/>
            <a:ext cx="3428999" cy="2282951"/>
            <a:chOff x="5715000" y="1066800"/>
            <a:chExt cx="3428999" cy="2282951"/>
          </a:xfrm>
        </p:grpSpPr>
        <p:pic>
          <p:nvPicPr>
            <p:cNvPr id="81" name="Google Shape;81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324725" y="1635264"/>
              <a:ext cx="1819274" cy="17144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15000" y="1066800"/>
              <a:ext cx="1819274" cy="18097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3" name="Google Shape;83;p10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46164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Introduction – Classification Problems</a:t>
            </a:r>
            <a:endParaRPr/>
          </a:p>
        </p:txBody>
      </p:sp>
      <p:sp>
        <p:nvSpPr>
          <p:cNvPr id="84" name="Google Shape;84;p10"/>
          <p:cNvSpPr txBox="1"/>
          <p:nvPr/>
        </p:nvSpPr>
        <p:spPr>
          <a:xfrm>
            <a:off x="535940" y="967446"/>
            <a:ext cx="5086350" cy="4953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17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Gender Recognition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115" lvl="1" marL="754380" marR="508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Facial image-based 	identification	the gender of	a 	person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0" rtl="0" algn="l">
              <a:lnSpc>
                <a:spcPct val="100000"/>
              </a:lnSpc>
              <a:spcBef>
                <a:spcPts val="1575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Traffic Sign Recognition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115" lvl="1" marL="754380" marR="467359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Identifying and classifying 	objects within an image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115" lvl="1" marL="754380" marR="40894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e.g., detecting cars, 	pedestrians, or traffic signs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5" name="Google Shape;8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0225" y="3664811"/>
            <a:ext cx="3428999" cy="193357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0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p10"/>
          <p:cNvSpPr txBox="1"/>
          <p:nvPr>
            <p:ph idx="11" type="ftr"/>
          </p:nvPr>
        </p:nvSpPr>
        <p:spPr>
          <a:xfrm>
            <a:off x="3051752" y="6560763"/>
            <a:ext cx="304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46164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Introduction – Classification Problems</a:t>
            </a:r>
            <a:endParaRPr/>
          </a:p>
        </p:txBody>
      </p:sp>
      <p:sp>
        <p:nvSpPr>
          <p:cNvPr id="93" name="Google Shape;93;p11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1"/>
          <p:cNvSpPr txBox="1"/>
          <p:nvPr/>
        </p:nvSpPr>
        <p:spPr>
          <a:xfrm>
            <a:off x="535940" y="1063244"/>
            <a:ext cx="8061959" cy="4409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900" lvl="0" marL="355600" marR="7639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There are numerous image or video based </a:t>
            </a:r>
            <a:r>
              <a:rPr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 problems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Handwritten character recognition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Medical Image Classification: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2" marL="1155700" marR="5080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i="1" lang="en-US" sz="1600">
                <a:latin typeface="Times New Roman"/>
                <a:ea typeface="Times New Roman"/>
                <a:cs typeface="Times New Roman"/>
                <a:sym typeface="Times New Roman"/>
              </a:rPr>
              <a:t>Diagnosing diseases from X-rays, MRIs, or CT scans (e.g., detecting pneumonia in chest X- rays).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Satellite image classification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Defect Detection in Manufacturing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Fire &amp; Smoke Detection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7964" lvl="2" marL="1155065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i="1" lang="en-US" sz="1600">
                <a:latin typeface="Times New Roman"/>
                <a:ea typeface="Times New Roman"/>
                <a:cs typeface="Times New Roman"/>
                <a:sym typeface="Times New Roman"/>
              </a:rPr>
              <a:t>Identifying fire hazards from security or surveillance images.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1"/>
          <p:cNvSpPr txBox="1"/>
          <p:nvPr>
            <p:ph idx="11" type="ftr"/>
          </p:nvPr>
        </p:nvSpPr>
        <p:spPr>
          <a:xfrm>
            <a:off x="3051752" y="6560763"/>
            <a:ext cx="304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2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1381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Introduction</a:t>
            </a:r>
            <a:endParaRPr/>
          </a:p>
        </p:txBody>
      </p:sp>
      <p:sp>
        <p:nvSpPr>
          <p:cNvPr id="101" name="Google Shape;101;p12"/>
          <p:cNvSpPr txBox="1"/>
          <p:nvPr/>
        </p:nvSpPr>
        <p:spPr>
          <a:xfrm>
            <a:off x="535949" y="1028200"/>
            <a:ext cx="8213100" cy="4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4125">
            <a:spAutoFit/>
          </a:bodyPr>
          <a:lstStyle/>
          <a:p>
            <a:pPr indent="-342900" lvl="0" marL="355600" marR="20955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Until this point, we have seen how to extract features.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756285" marR="608330" rtl="0" algn="l">
              <a:lnSpc>
                <a:spcPct val="108076"/>
              </a:lnSpc>
              <a:spcBef>
                <a:spcPts val="645"/>
              </a:spcBef>
              <a:spcAft>
                <a:spcPts val="0"/>
              </a:spcAft>
              <a:buNone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Edges, corners, lines, convolution, etc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54965" marR="5080" rtl="0" algn="just">
              <a:lnSpc>
                <a:spcPct val="108000"/>
              </a:lnSpc>
              <a:spcBef>
                <a:spcPts val="695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Now, we’ll see how to do classification using these features.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55600" marR="84455" rtl="0" algn="just">
              <a:lnSpc>
                <a:spcPct val="108000"/>
              </a:lnSpc>
              <a:spcBef>
                <a:spcPts val="72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Features are going to 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84455" rtl="0" algn="just">
              <a:lnSpc>
                <a:spcPct val="108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be represented in the 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84455" rtl="0" algn="just">
              <a:lnSpc>
                <a:spcPct val="108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form of a vector.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2" name="Google Shape;10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6800" y="3571087"/>
            <a:ext cx="4114799" cy="283529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" name="Google Shape;104;p12"/>
          <p:cNvSpPr txBox="1"/>
          <p:nvPr>
            <p:ph idx="11" type="ftr"/>
          </p:nvPr>
        </p:nvSpPr>
        <p:spPr>
          <a:xfrm>
            <a:off x="3051752" y="6560763"/>
            <a:ext cx="304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0871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Classifiers</a:t>
            </a:r>
            <a:r>
              <a:rPr lang="en-US">
                <a:solidFill>
                  <a:srgbClr val="000000"/>
                </a:solidFill>
              </a:rPr>
              <a:t>: Adults and Children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535940" y="5110177"/>
            <a:ext cx="3260090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2D feature vector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1" name="Google Shape;111;p13"/>
          <p:cNvGrpSpPr/>
          <p:nvPr/>
        </p:nvGrpSpPr>
        <p:grpSpPr>
          <a:xfrm>
            <a:off x="2800350" y="1219198"/>
            <a:ext cx="3957064" cy="2686052"/>
            <a:chOff x="2800350" y="1219198"/>
            <a:chExt cx="3957064" cy="2686052"/>
          </a:xfrm>
        </p:grpSpPr>
        <p:sp>
          <p:nvSpPr>
            <p:cNvPr id="112" name="Google Shape;112;p13"/>
            <p:cNvSpPr/>
            <p:nvPr/>
          </p:nvSpPr>
          <p:spPr>
            <a:xfrm>
              <a:off x="2914650" y="1282700"/>
              <a:ext cx="0" cy="2622550"/>
            </a:xfrm>
            <a:custGeom>
              <a:rect b="b" l="l" r="r" t="t"/>
              <a:pathLst>
                <a:path extrusionOk="0" h="2622550" w="120000">
                  <a:moveTo>
                    <a:pt x="0" y="262255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2876555" y="1219198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2800350" y="3790950"/>
              <a:ext cx="3822700" cy="0"/>
            </a:xfrm>
            <a:custGeom>
              <a:rect b="b" l="l" r="r" t="t"/>
              <a:pathLst>
                <a:path extrusionOk="0" h="120000" w="3822700">
                  <a:moveTo>
                    <a:pt x="0" y="0"/>
                  </a:moveTo>
                  <a:lnTo>
                    <a:pt x="382270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6610351" y="3752847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2800350" y="1447800"/>
              <a:ext cx="171450" cy="0"/>
            </a:xfrm>
            <a:custGeom>
              <a:rect b="b" l="l" r="r" t="t"/>
              <a:pathLst>
                <a:path extrusionOk="0" h="120000" w="171450">
                  <a:moveTo>
                    <a:pt x="17145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2800350" y="2590800"/>
              <a:ext cx="171450" cy="0"/>
            </a:xfrm>
            <a:custGeom>
              <a:rect b="b" l="l" r="r" t="t"/>
              <a:pathLst>
                <a:path extrusionOk="0" h="120000" w="171450">
                  <a:moveTo>
                    <a:pt x="17145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4572000" y="3733800"/>
              <a:ext cx="0" cy="171450"/>
            </a:xfrm>
            <a:custGeom>
              <a:rect b="b" l="l" r="r" t="t"/>
              <a:pathLst>
                <a:path extrusionOk="0" h="171450" w="12000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6238875" y="3733800"/>
              <a:ext cx="0" cy="171450"/>
            </a:xfrm>
            <a:custGeom>
              <a:rect b="b" l="l" r="r" t="t"/>
              <a:pathLst>
                <a:path extrusionOk="0" h="171450" w="12000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0" name="Google Shape;120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907023" y="1790700"/>
              <a:ext cx="850391" cy="39014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1" name="Google Shape;121;p13"/>
          <p:cNvSpPr txBox="1"/>
          <p:nvPr/>
        </p:nvSpPr>
        <p:spPr>
          <a:xfrm>
            <a:off x="2501901" y="1242599"/>
            <a:ext cx="158750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3"/>
          <p:cNvSpPr txBox="1"/>
          <p:nvPr/>
        </p:nvSpPr>
        <p:spPr>
          <a:xfrm>
            <a:off x="1416051" y="1785892"/>
            <a:ext cx="1244600" cy="945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25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Height (m)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5080" rtl="0" algn="r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13"/>
          <p:cNvSpPr txBox="1"/>
          <p:nvPr/>
        </p:nvSpPr>
        <p:spPr>
          <a:xfrm>
            <a:off x="4044951" y="3907552"/>
            <a:ext cx="1233170" cy="576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17081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Weight (Kg)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4" name="Google Shape;124;p13"/>
          <p:cNvSpPr txBox="1"/>
          <p:nvPr/>
        </p:nvSpPr>
        <p:spPr>
          <a:xfrm>
            <a:off x="6159501" y="3907552"/>
            <a:ext cx="3683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120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13"/>
          <p:cNvSpPr txBox="1"/>
          <p:nvPr/>
        </p:nvSpPr>
        <p:spPr>
          <a:xfrm>
            <a:off x="6003528" y="1827197"/>
            <a:ext cx="641350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D60093"/>
                </a:solidFill>
                <a:latin typeface="Comic Sans MS"/>
                <a:ea typeface="Comic Sans MS"/>
                <a:cs typeface="Comic Sans MS"/>
                <a:sym typeface="Comic Sans MS"/>
              </a:rPr>
              <a:t>Adult ?</a:t>
            </a:r>
            <a:endParaRPr sz="135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26" name="Google Shape;126;p13"/>
          <p:cNvGrpSpPr/>
          <p:nvPr/>
        </p:nvGrpSpPr>
        <p:grpSpPr>
          <a:xfrm>
            <a:off x="3997451" y="2032397"/>
            <a:ext cx="1961907" cy="1715117"/>
            <a:chOff x="3997451" y="2032397"/>
            <a:chExt cx="1961907" cy="1715117"/>
          </a:xfrm>
        </p:grpSpPr>
        <p:sp>
          <p:nvSpPr>
            <p:cNvPr id="127" name="Google Shape;127;p13"/>
            <p:cNvSpPr/>
            <p:nvPr/>
          </p:nvSpPr>
          <p:spPr>
            <a:xfrm>
              <a:off x="5558673" y="2032397"/>
              <a:ext cx="400685" cy="200660"/>
            </a:xfrm>
            <a:custGeom>
              <a:rect b="b" l="l" r="r" t="t"/>
              <a:pathLst>
                <a:path extrusionOk="0" h="200660" w="400685">
                  <a:moveTo>
                    <a:pt x="400405" y="0"/>
                  </a:moveTo>
                  <a:lnTo>
                    <a:pt x="0" y="20020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5501874" y="2192839"/>
              <a:ext cx="85725" cy="68580"/>
            </a:xfrm>
            <a:custGeom>
              <a:rect b="b" l="l" r="r" t="t"/>
              <a:pathLst>
                <a:path extrusionOk="0" h="68580" w="85725">
                  <a:moveTo>
                    <a:pt x="51117" y="0"/>
                  </a:moveTo>
                  <a:lnTo>
                    <a:pt x="0" y="68160"/>
                  </a:lnTo>
                  <a:lnTo>
                    <a:pt x="85204" y="68148"/>
                  </a:lnTo>
                  <a:lnTo>
                    <a:pt x="511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9" name="Google Shape;129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997451" y="3357371"/>
              <a:ext cx="1002791" cy="39014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0" name="Google Shape;130;p13"/>
          <p:cNvSpPr txBox="1"/>
          <p:nvPr/>
        </p:nvSpPr>
        <p:spPr>
          <a:xfrm>
            <a:off x="4093766" y="3394018"/>
            <a:ext cx="793750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D60093"/>
                </a:solidFill>
                <a:latin typeface="Comic Sans MS"/>
                <a:ea typeface="Comic Sans MS"/>
                <a:cs typeface="Comic Sans MS"/>
                <a:sym typeface="Comic Sans MS"/>
              </a:rPr>
              <a:t>Children?</a:t>
            </a:r>
            <a:endParaRPr sz="135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31" name="Google Shape;131;p13"/>
          <p:cNvGrpSpPr/>
          <p:nvPr/>
        </p:nvGrpSpPr>
        <p:grpSpPr>
          <a:xfrm>
            <a:off x="3500041" y="2087959"/>
            <a:ext cx="2111375" cy="1265006"/>
            <a:chOff x="3500041" y="2087959"/>
            <a:chExt cx="2111375" cy="1265006"/>
          </a:xfrm>
        </p:grpSpPr>
        <p:sp>
          <p:nvSpPr>
            <p:cNvPr id="132" name="Google Shape;132;p13"/>
            <p:cNvSpPr/>
            <p:nvPr/>
          </p:nvSpPr>
          <p:spPr>
            <a:xfrm>
              <a:off x="4381486" y="3137065"/>
              <a:ext cx="82550" cy="215900"/>
            </a:xfrm>
            <a:custGeom>
              <a:rect b="b" l="l" r="r" t="t"/>
              <a:pathLst>
                <a:path extrusionOk="0" h="215900" w="82550">
                  <a:moveTo>
                    <a:pt x="82169" y="21573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4350394" y="3077721"/>
              <a:ext cx="71755" cy="85090"/>
            </a:xfrm>
            <a:custGeom>
              <a:rect b="b" l="l" r="r" t="t"/>
              <a:pathLst>
                <a:path extrusionOk="0" h="85089" w="71754">
                  <a:moveTo>
                    <a:pt x="8483" y="0"/>
                  </a:moveTo>
                  <a:lnTo>
                    <a:pt x="0" y="84772"/>
                  </a:lnTo>
                  <a:lnTo>
                    <a:pt x="71208" y="57658"/>
                  </a:lnTo>
                  <a:lnTo>
                    <a:pt x="848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4" name="Google Shape;134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500041" y="2773759"/>
              <a:ext cx="117475" cy="117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" name="Google Shape;135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728641" y="2945209"/>
              <a:ext cx="117475" cy="117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900091" y="2716609"/>
              <a:ext cx="117475" cy="117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" name="Google Shape;137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185841" y="2773759"/>
              <a:ext cx="117475" cy="117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414441" y="2488009"/>
              <a:ext cx="117475" cy="117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043091" y="2087959"/>
              <a:ext cx="117475" cy="117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" name="Google Shape;140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157391" y="2373709"/>
              <a:ext cx="117475" cy="117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3"/>
            <p:cNvSpPr/>
            <p:nvPr/>
          </p:nvSpPr>
          <p:spPr>
            <a:xfrm>
              <a:off x="5506641" y="2437209"/>
              <a:ext cx="104775" cy="104775"/>
            </a:xfrm>
            <a:custGeom>
              <a:rect b="b" l="l" r="r" t="t"/>
              <a:pathLst>
                <a:path extrusionOk="0" h="104775" w="104775">
                  <a:moveTo>
                    <a:pt x="52387" y="0"/>
                  </a:moveTo>
                  <a:lnTo>
                    <a:pt x="31996" y="4117"/>
                  </a:lnTo>
                  <a:lnTo>
                    <a:pt x="15344" y="15344"/>
                  </a:lnTo>
                  <a:lnTo>
                    <a:pt x="4117" y="31996"/>
                  </a:lnTo>
                  <a:lnTo>
                    <a:pt x="0" y="52387"/>
                  </a:lnTo>
                  <a:lnTo>
                    <a:pt x="4117" y="72778"/>
                  </a:lnTo>
                  <a:lnTo>
                    <a:pt x="15344" y="89430"/>
                  </a:lnTo>
                  <a:lnTo>
                    <a:pt x="31996" y="100657"/>
                  </a:lnTo>
                  <a:lnTo>
                    <a:pt x="52387" y="104775"/>
                  </a:lnTo>
                  <a:lnTo>
                    <a:pt x="72778" y="100657"/>
                  </a:lnTo>
                  <a:lnTo>
                    <a:pt x="89430" y="89430"/>
                  </a:lnTo>
                  <a:lnTo>
                    <a:pt x="100657" y="72778"/>
                  </a:lnTo>
                  <a:lnTo>
                    <a:pt x="104775" y="52387"/>
                  </a:lnTo>
                  <a:lnTo>
                    <a:pt x="100657" y="31996"/>
                  </a:lnTo>
                  <a:lnTo>
                    <a:pt x="89430" y="15344"/>
                  </a:lnTo>
                  <a:lnTo>
                    <a:pt x="72778" y="4117"/>
                  </a:lnTo>
                  <a:lnTo>
                    <a:pt x="52387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5506641" y="2437209"/>
              <a:ext cx="104775" cy="104775"/>
            </a:xfrm>
            <a:custGeom>
              <a:rect b="b" l="l" r="r" t="t"/>
              <a:pathLst>
                <a:path extrusionOk="0" h="104775" w="104775">
                  <a:moveTo>
                    <a:pt x="0" y="52387"/>
                  </a:moveTo>
                  <a:lnTo>
                    <a:pt x="4117" y="31996"/>
                  </a:lnTo>
                  <a:lnTo>
                    <a:pt x="15344" y="15344"/>
                  </a:lnTo>
                  <a:lnTo>
                    <a:pt x="31996" y="4117"/>
                  </a:lnTo>
                  <a:lnTo>
                    <a:pt x="52387" y="0"/>
                  </a:lnTo>
                  <a:lnTo>
                    <a:pt x="72778" y="4117"/>
                  </a:lnTo>
                  <a:lnTo>
                    <a:pt x="89430" y="15344"/>
                  </a:lnTo>
                  <a:lnTo>
                    <a:pt x="100657" y="31996"/>
                  </a:lnTo>
                  <a:lnTo>
                    <a:pt x="104775" y="52387"/>
                  </a:lnTo>
                  <a:lnTo>
                    <a:pt x="100657" y="72778"/>
                  </a:lnTo>
                  <a:lnTo>
                    <a:pt x="89430" y="89430"/>
                  </a:lnTo>
                  <a:lnTo>
                    <a:pt x="72778" y="100657"/>
                  </a:lnTo>
                  <a:lnTo>
                    <a:pt x="52387" y="104775"/>
                  </a:lnTo>
                  <a:lnTo>
                    <a:pt x="31996" y="100657"/>
                  </a:lnTo>
                  <a:lnTo>
                    <a:pt x="15344" y="89430"/>
                  </a:lnTo>
                  <a:lnTo>
                    <a:pt x="4117" y="72778"/>
                  </a:lnTo>
                  <a:lnTo>
                    <a:pt x="0" y="52387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3" name="Google Shape;143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385991" y="2659459"/>
              <a:ext cx="117475" cy="117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014391" y="2945209"/>
              <a:ext cx="117475" cy="117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728641" y="2716609"/>
              <a:ext cx="117475" cy="117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13"/>
            <p:cNvSpPr/>
            <p:nvPr/>
          </p:nvSpPr>
          <p:spPr>
            <a:xfrm>
              <a:off x="4249341" y="2951559"/>
              <a:ext cx="104775" cy="104775"/>
            </a:xfrm>
            <a:custGeom>
              <a:rect b="b" l="l" r="r" t="t"/>
              <a:pathLst>
                <a:path extrusionOk="0" h="104775" w="104775">
                  <a:moveTo>
                    <a:pt x="52387" y="0"/>
                  </a:moveTo>
                  <a:lnTo>
                    <a:pt x="31996" y="4117"/>
                  </a:lnTo>
                  <a:lnTo>
                    <a:pt x="15344" y="15344"/>
                  </a:lnTo>
                  <a:lnTo>
                    <a:pt x="4117" y="31996"/>
                  </a:lnTo>
                  <a:lnTo>
                    <a:pt x="0" y="52387"/>
                  </a:lnTo>
                  <a:lnTo>
                    <a:pt x="4117" y="72778"/>
                  </a:lnTo>
                  <a:lnTo>
                    <a:pt x="15344" y="89430"/>
                  </a:lnTo>
                  <a:lnTo>
                    <a:pt x="31996" y="100657"/>
                  </a:lnTo>
                  <a:lnTo>
                    <a:pt x="52387" y="104775"/>
                  </a:lnTo>
                  <a:lnTo>
                    <a:pt x="72778" y="100657"/>
                  </a:lnTo>
                  <a:lnTo>
                    <a:pt x="89430" y="89430"/>
                  </a:lnTo>
                  <a:lnTo>
                    <a:pt x="100657" y="72778"/>
                  </a:lnTo>
                  <a:lnTo>
                    <a:pt x="104775" y="52387"/>
                  </a:lnTo>
                  <a:lnTo>
                    <a:pt x="100657" y="31996"/>
                  </a:lnTo>
                  <a:lnTo>
                    <a:pt x="89430" y="15344"/>
                  </a:lnTo>
                  <a:lnTo>
                    <a:pt x="72778" y="4117"/>
                  </a:lnTo>
                  <a:lnTo>
                    <a:pt x="52387" y="0"/>
                  </a:lnTo>
                  <a:close/>
                </a:path>
              </a:pathLst>
            </a:custGeom>
            <a:solidFill>
              <a:srgbClr val="4F81B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3"/>
            <p:cNvSpPr/>
            <p:nvPr/>
          </p:nvSpPr>
          <p:spPr>
            <a:xfrm>
              <a:off x="4249341" y="2951559"/>
              <a:ext cx="104775" cy="104775"/>
            </a:xfrm>
            <a:custGeom>
              <a:rect b="b" l="l" r="r" t="t"/>
              <a:pathLst>
                <a:path extrusionOk="0" h="104775" w="104775">
                  <a:moveTo>
                    <a:pt x="0" y="52387"/>
                  </a:moveTo>
                  <a:lnTo>
                    <a:pt x="4117" y="31996"/>
                  </a:lnTo>
                  <a:lnTo>
                    <a:pt x="15344" y="15344"/>
                  </a:lnTo>
                  <a:lnTo>
                    <a:pt x="31996" y="4117"/>
                  </a:lnTo>
                  <a:lnTo>
                    <a:pt x="52387" y="0"/>
                  </a:lnTo>
                  <a:lnTo>
                    <a:pt x="72778" y="4117"/>
                  </a:lnTo>
                  <a:lnTo>
                    <a:pt x="89430" y="15344"/>
                  </a:lnTo>
                  <a:lnTo>
                    <a:pt x="100657" y="31996"/>
                  </a:lnTo>
                  <a:lnTo>
                    <a:pt x="104775" y="52387"/>
                  </a:lnTo>
                  <a:lnTo>
                    <a:pt x="100657" y="72778"/>
                  </a:lnTo>
                  <a:lnTo>
                    <a:pt x="89430" y="89430"/>
                  </a:lnTo>
                  <a:lnTo>
                    <a:pt x="72778" y="100657"/>
                  </a:lnTo>
                  <a:lnTo>
                    <a:pt x="52387" y="104775"/>
                  </a:lnTo>
                  <a:lnTo>
                    <a:pt x="31996" y="100657"/>
                  </a:lnTo>
                  <a:lnTo>
                    <a:pt x="15344" y="89430"/>
                  </a:lnTo>
                  <a:lnTo>
                    <a:pt x="4117" y="72778"/>
                  </a:lnTo>
                  <a:lnTo>
                    <a:pt x="0" y="52387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5392341" y="2322909"/>
              <a:ext cx="104775" cy="104775"/>
            </a:xfrm>
            <a:custGeom>
              <a:rect b="b" l="l" r="r" t="t"/>
              <a:pathLst>
                <a:path extrusionOk="0" h="104775" w="104775">
                  <a:moveTo>
                    <a:pt x="52387" y="0"/>
                  </a:moveTo>
                  <a:lnTo>
                    <a:pt x="31996" y="4117"/>
                  </a:lnTo>
                  <a:lnTo>
                    <a:pt x="15344" y="15344"/>
                  </a:lnTo>
                  <a:lnTo>
                    <a:pt x="4117" y="31996"/>
                  </a:lnTo>
                  <a:lnTo>
                    <a:pt x="0" y="52387"/>
                  </a:lnTo>
                  <a:lnTo>
                    <a:pt x="4117" y="72778"/>
                  </a:lnTo>
                  <a:lnTo>
                    <a:pt x="15344" y="89430"/>
                  </a:lnTo>
                  <a:lnTo>
                    <a:pt x="31996" y="100657"/>
                  </a:lnTo>
                  <a:lnTo>
                    <a:pt x="52387" y="104775"/>
                  </a:lnTo>
                  <a:lnTo>
                    <a:pt x="72778" y="100657"/>
                  </a:lnTo>
                  <a:lnTo>
                    <a:pt x="89430" y="89430"/>
                  </a:lnTo>
                  <a:lnTo>
                    <a:pt x="100657" y="72778"/>
                  </a:lnTo>
                  <a:lnTo>
                    <a:pt x="104775" y="52387"/>
                  </a:lnTo>
                  <a:lnTo>
                    <a:pt x="100657" y="31996"/>
                  </a:lnTo>
                  <a:lnTo>
                    <a:pt x="89430" y="15344"/>
                  </a:lnTo>
                  <a:lnTo>
                    <a:pt x="72778" y="4117"/>
                  </a:lnTo>
                  <a:lnTo>
                    <a:pt x="52387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5392341" y="2322909"/>
              <a:ext cx="104775" cy="104775"/>
            </a:xfrm>
            <a:custGeom>
              <a:rect b="b" l="l" r="r" t="t"/>
              <a:pathLst>
                <a:path extrusionOk="0" h="104775" w="104775">
                  <a:moveTo>
                    <a:pt x="0" y="52387"/>
                  </a:moveTo>
                  <a:lnTo>
                    <a:pt x="4117" y="31996"/>
                  </a:lnTo>
                  <a:lnTo>
                    <a:pt x="15344" y="15344"/>
                  </a:lnTo>
                  <a:lnTo>
                    <a:pt x="31996" y="4117"/>
                  </a:lnTo>
                  <a:lnTo>
                    <a:pt x="52387" y="0"/>
                  </a:lnTo>
                  <a:lnTo>
                    <a:pt x="72778" y="4117"/>
                  </a:lnTo>
                  <a:lnTo>
                    <a:pt x="89430" y="15344"/>
                  </a:lnTo>
                  <a:lnTo>
                    <a:pt x="100657" y="31996"/>
                  </a:lnTo>
                  <a:lnTo>
                    <a:pt x="104775" y="52387"/>
                  </a:lnTo>
                  <a:lnTo>
                    <a:pt x="100657" y="72778"/>
                  </a:lnTo>
                  <a:lnTo>
                    <a:pt x="89430" y="89430"/>
                  </a:lnTo>
                  <a:lnTo>
                    <a:pt x="72778" y="100657"/>
                  </a:lnTo>
                  <a:lnTo>
                    <a:pt x="52387" y="104775"/>
                  </a:lnTo>
                  <a:lnTo>
                    <a:pt x="31996" y="100657"/>
                  </a:lnTo>
                  <a:lnTo>
                    <a:pt x="15344" y="89430"/>
                  </a:lnTo>
                  <a:lnTo>
                    <a:pt x="4117" y="72778"/>
                  </a:lnTo>
                  <a:lnTo>
                    <a:pt x="0" y="52387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0" name="Google Shape;150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214541" y="2659459"/>
              <a:ext cx="117475" cy="117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981178" y="2654697"/>
              <a:ext cx="117475" cy="1174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2" name="Google Shape;152;p13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3" name="Google Shape;153;p13"/>
          <p:cNvSpPr txBox="1"/>
          <p:nvPr>
            <p:ph idx="11" type="ftr"/>
          </p:nvPr>
        </p:nvSpPr>
        <p:spPr>
          <a:xfrm>
            <a:off x="3051752" y="6560763"/>
            <a:ext cx="304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14"/>
          <p:cNvGrpSpPr/>
          <p:nvPr/>
        </p:nvGrpSpPr>
        <p:grpSpPr>
          <a:xfrm>
            <a:off x="1069847" y="932688"/>
            <a:ext cx="4405883" cy="3095243"/>
            <a:chOff x="1069847" y="932688"/>
            <a:chExt cx="4405883" cy="3095243"/>
          </a:xfrm>
        </p:grpSpPr>
        <p:sp>
          <p:nvSpPr>
            <p:cNvPr id="159" name="Google Shape;159;p14"/>
            <p:cNvSpPr/>
            <p:nvPr/>
          </p:nvSpPr>
          <p:spPr>
            <a:xfrm>
              <a:off x="2442845" y="1834425"/>
              <a:ext cx="604520" cy="1518920"/>
            </a:xfrm>
            <a:custGeom>
              <a:rect b="b" l="l" r="r" t="t"/>
              <a:pathLst>
                <a:path extrusionOk="0" h="1518920" w="604519">
                  <a:moveTo>
                    <a:pt x="171450" y="0"/>
                  </a:moveTo>
                  <a:lnTo>
                    <a:pt x="0" y="0"/>
                  </a:lnTo>
                  <a:lnTo>
                    <a:pt x="0" y="171450"/>
                  </a:lnTo>
                  <a:lnTo>
                    <a:pt x="171450" y="171450"/>
                  </a:lnTo>
                  <a:lnTo>
                    <a:pt x="171450" y="0"/>
                  </a:lnTo>
                  <a:close/>
                </a:path>
                <a:path extrusionOk="0" h="1518920" w="604519">
                  <a:moveTo>
                    <a:pt x="490220" y="1346923"/>
                  </a:moveTo>
                  <a:lnTo>
                    <a:pt x="318770" y="1346923"/>
                  </a:lnTo>
                  <a:lnTo>
                    <a:pt x="318770" y="1518373"/>
                  </a:lnTo>
                  <a:lnTo>
                    <a:pt x="490220" y="1518373"/>
                  </a:lnTo>
                  <a:lnTo>
                    <a:pt x="490220" y="1346923"/>
                  </a:lnTo>
                  <a:close/>
                </a:path>
                <a:path extrusionOk="0" h="1518920" w="604519">
                  <a:moveTo>
                    <a:pt x="604520" y="775423"/>
                  </a:moveTo>
                  <a:lnTo>
                    <a:pt x="433070" y="775423"/>
                  </a:lnTo>
                  <a:lnTo>
                    <a:pt x="433070" y="946873"/>
                  </a:lnTo>
                  <a:lnTo>
                    <a:pt x="604520" y="946873"/>
                  </a:lnTo>
                  <a:lnTo>
                    <a:pt x="604520" y="775423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0" name="Google Shape;160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418962" y="1924050"/>
              <a:ext cx="171450" cy="171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847462" y="2438400"/>
              <a:ext cx="171450" cy="171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418962" y="2724150"/>
              <a:ext cx="171450" cy="171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733162" y="1638300"/>
              <a:ext cx="171450" cy="171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018912" y="2095500"/>
              <a:ext cx="171450" cy="171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" name="Google Shape;165;p14"/>
            <p:cNvSpPr/>
            <p:nvPr/>
          </p:nvSpPr>
          <p:spPr>
            <a:xfrm>
              <a:off x="2590163" y="1219200"/>
              <a:ext cx="1828800" cy="2715895"/>
            </a:xfrm>
            <a:custGeom>
              <a:rect b="b" l="l" r="r" t="t"/>
              <a:pathLst>
                <a:path extrusionOk="0" h="2715895" w="1828800">
                  <a:moveTo>
                    <a:pt x="0" y="0"/>
                  </a:moveTo>
                  <a:lnTo>
                    <a:pt x="1828800" y="2715399"/>
                  </a:lnTo>
                </a:path>
              </a:pathLst>
            </a:custGeom>
            <a:noFill/>
            <a:ln cap="flat" cmpd="sng" w="38100">
              <a:solidFill>
                <a:srgbClr val="CC009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6" name="Google Shape;166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69847" y="3523488"/>
              <a:ext cx="4405883" cy="3154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" name="Google Shape;167;p14"/>
            <p:cNvSpPr/>
            <p:nvPr/>
          </p:nvSpPr>
          <p:spPr>
            <a:xfrm>
              <a:off x="1111883" y="3657600"/>
              <a:ext cx="4110990" cy="0"/>
            </a:xfrm>
            <a:custGeom>
              <a:rect b="b" l="l" r="r" t="t"/>
              <a:pathLst>
                <a:path extrusionOk="0" h="120000" w="4110990">
                  <a:moveTo>
                    <a:pt x="0" y="0"/>
                  </a:moveTo>
                  <a:lnTo>
                    <a:pt x="4110990" y="0"/>
                  </a:lnTo>
                </a:path>
              </a:pathLst>
            </a:custGeom>
            <a:noFill/>
            <a:ln cap="flat" cmpd="sng" w="38100">
              <a:solidFill>
                <a:srgbClr val="4BAC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5203826" y="3600446"/>
              <a:ext cx="114300" cy="114300"/>
            </a:xfrm>
            <a:custGeom>
              <a:rect b="b" l="l" r="r" t="t"/>
              <a:pathLst>
                <a:path extrusionOk="0" h="114300" w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ACC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9" name="Google Shape;169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365503" y="932688"/>
              <a:ext cx="315467" cy="30952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" name="Google Shape;170;p14"/>
            <p:cNvSpPr/>
            <p:nvPr/>
          </p:nvSpPr>
          <p:spPr>
            <a:xfrm>
              <a:off x="1523362" y="1162052"/>
              <a:ext cx="0" cy="2800350"/>
            </a:xfrm>
            <a:custGeom>
              <a:rect b="b" l="l" r="r" t="t"/>
              <a:pathLst>
                <a:path extrusionOk="0" h="2800350" w="120000">
                  <a:moveTo>
                    <a:pt x="0" y="2800350"/>
                  </a:move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4BAC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1466218" y="1066797"/>
              <a:ext cx="114300" cy="114300"/>
            </a:xfrm>
            <a:custGeom>
              <a:rect b="b" l="l" r="r" t="t"/>
              <a:pathLst>
                <a:path extrusionOk="0" h="114300" w="114300">
                  <a:moveTo>
                    <a:pt x="57150" y="0"/>
                  </a:moveTo>
                  <a:lnTo>
                    <a:pt x="0" y="114300"/>
                  </a:lnTo>
                  <a:lnTo>
                    <a:pt x="114300" y="11430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4BACC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2" name="Google Shape;172;p14"/>
          <p:cNvSpPr txBox="1"/>
          <p:nvPr/>
        </p:nvSpPr>
        <p:spPr>
          <a:xfrm>
            <a:off x="497852" y="4174050"/>
            <a:ext cx="8034000" cy="21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93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50"/>
              <a:buFont typeface="Noto Sans Symbols"/>
              <a:buChar char="▪"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In 2D, </a:t>
            </a:r>
            <a:r>
              <a:rPr b="1" lang="en-US" sz="27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=[w</a:t>
            </a:r>
            <a:r>
              <a:rPr baseline="-25000" lang="en-US" sz="2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,w</a:t>
            </a:r>
            <a:r>
              <a:rPr baseline="-25000" lang="en-US" sz="27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], </a:t>
            </a:r>
            <a:r>
              <a:rPr b="1" lang="en-US" sz="27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=[x</a:t>
            </a:r>
            <a:r>
              <a:rPr baseline="-25000" lang="en-US" sz="2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,x</a:t>
            </a:r>
            <a:r>
              <a:rPr baseline="-25000" lang="en-US" sz="27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542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</a:t>
            </a:r>
            <a:r>
              <a:rPr b="1" lang="en-US" sz="2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sign(w</a:t>
            </a:r>
            <a:r>
              <a:rPr baseline="-25000" lang="en-US" sz="2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-25000" lang="en-US" sz="2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+w</a:t>
            </a:r>
            <a:r>
              <a:rPr baseline="-25000" lang="en-US" sz="2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-25000" lang="en-US" sz="2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lang="en-US" sz="2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US" sz="2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393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50"/>
              <a:buFont typeface="Noto Sans Symbols"/>
              <a:buChar char="▪"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Find a </a:t>
            </a:r>
            <a:r>
              <a:rPr i="1" lang="en-US" sz="2700">
                <a:latin typeface="Times New Roman"/>
                <a:ea typeface="Times New Roman"/>
                <a:cs typeface="Times New Roman"/>
                <a:sym typeface="Times New Roman"/>
              </a:rPr>
              <a:t>linear function </a:t>
            </a: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to separate the classes: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5927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</a:t>
            </a:r>
            <a:r>
              <a:rPr b="1" lang="en-US" sz="2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sign(</a:t>
            </a:r>
            <a:r>
              <a:rPr b="1" lang="en-US" sz="2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 </a:t>
            </a:r>
            <a:r>
              <a:rPr lang="en-US" sz="2700">
                <a:solidFill>
                  <a:srgbClr val="00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⋅</a:t>
            </a:r>
            <a:r>
              <a:rPr lang="en-US" sz="2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US" sz="2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b)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14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95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Classifiers: Linear</a:t>
            </a:r>
            <a:endParaRPr/>
          </a:p>
        </p:txBody>
      </p:sp>
      <p:sp>
        <p:nvSpPr>
          <p:cNvPr id="174" name="Google Shape;174;p14"/>
          <p:cNvSpPr/>
          <p:nvPr/>
        </p:nvSpPr>
        <p:spPr>
          <a:xfrm>
            <a:off x="1732914" y="1752600"/>
            <a:ext cx="171450" cy="171450"/>
          </a:xfrm>
          <a:custGeom>
            <a:rect b="b" l="l" r="r" t="t"/>
            <a:pathLst>
              <a:path extrusionOk="0" h="171450" w="171450">
                <a:moveTo>
                  <a:pt x="171450" y="0"/>
                </a:moveTo>
                <a:lnTo>
                  <a:pt x="0" y="0"/>
                </a:lnTo>
                <a:lnTo>
                  <a:pt x="0" y="171450"/>
                </a:lnTo>
                <a:lnTo>
                  <a:pt x="171450" y="171450"/>
                </a:lnTo>
                <a:lnTo>
                  <a:pt x="171450" y="0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4"/>
          <p:cNvSpPr/>
          <p:nvPr/>
        </p:nvSpPr>
        <p:spPr>
          <a:xfrm>
            <a:off x="2132964" y="2266950"/>
            <a:ext cx="171450" cy="171450"/>
          </a:xfrm>
          <a:custGeom>
            <a:rect b="b" l="l" r="r" t="t"/>
            <a:pathLst>
              <a:path extrusionOk="0" h="171450" w="171450">
                <a:moveTo>
                  <a:pt x="171450" y="0"/>
                </a:moveTo>
                <a:lnTo>
                  <a:pt x="0" y="0"/>
                </a:lnTo>
                <a:lnTo>
                  <a:pt x="0" y="171450"/>
                </a:lnTo>
                <a:lnTo>
                  <a:pt x="171450" y="171450"/>
                </a:lnTo>
                <a:lnTo>
                  <a:pt x="171450" y="0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4"/>
          <p:cNvSpPr/>
          <p:nvPr/>
        </p:nvSpPr>
        <p:spPr>
          <a:xfrm>
            <a:off x="1847214" y="2838450"/>
            <a:ext cx="171450" cy="171450"/>
          </a:xfrm>
          <a:custGeom>
            <a:rect b="b" l="l" r="r" t="t"/>
            <a:pathLst>
              <a:path extrusionOk="0" h="171450" w="171450">
                <a:moveTo>
                  <a:pt x="171450" y="0"/>
                </a:moveTo>
                <a:lnTo>
                  <a:pt x="0" y="0"/>
                </a:lnTo>
                <a:lnTo>
                  <a:pt x="0" y="171450"/>
                </a:lnTo>
                <a:lnTo>
                  <a:pt x="171450" y="171450"/>
                </a:lnTo>
                <a:lnTo>
                  <a:pt x="171450" y="0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0912" y="219984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4"/>
          <p:cNvSpPr txBox="1"/>
          <p:nvPr/>
        </p:nvSpPr>
        <p:spPr>
          <a:xfrm>
            <a:off x="5428612" y="3486142"/>
            <a:ext cx="31940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lang="en-US" sz="2400">
                <a:latin typeface="Calibri"/>
                <a:ea typeface="Calibri"/>
                <a:cs typeface="Calibri"/>
                <a:sym typeface="Calibri"/>
              </a:rPr>
              <a:t>1</a:t>
            </a:r>
            <a:endParaRPr baseline="-25000"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4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0" name="Google Shape;180;p14"/>
          <p:cNvSpPr txBox="1"/>
          <p:nvPr/>
        </p:nvSpPr>
        <p:spPr>
          <a:xfrm>
            <a:off x="1043939" y="964127"/>
            <a:ext cx="31940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lang="en-US" sz="2400"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-25000"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4"/>
          <p:cNvSpPr txBox="1"/>
          <p:nvPr/>
        </p:nvSpPr>
        <p:spPr>
          <a:xfrm>
            <a:off x="6192041" y="1808395"/>
            <a:ext cx="2168525" cy="103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f(x) = sign(2x</a:t>
            </a:r>
            <a:r>
              <a:rPr b="1" baseline="-25000" lang="en-US" sz="1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b="1" lang="en-US" sz="1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- x</a:t>
            </a:r>
            <a:r>
              <a:rPr b="1" baseline="-25000" lang="en-US" sz="1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b="1" lang="en-US" sz="1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+ 3)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287019" lvl="0" marL="357505" marR="30480" rtl="0" algn="l">
              <a:lnSpc>
                <a:spcPct val="100000"/>
              </a:lnSpc>
              <a:spcBef>
                <a:spcPts val="1455"/>
              </a:spcBef>
              <a:spcAft>
                <a:spcPts val="0"/>
              </a:spcAft>
              <a:buNone/>
            </a:pPr>
            <a:r>
              <a:rPr lang="en-US" sz="1800"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Point (2,8) is above the line as f(x) &lt; 0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4"/>
          <p:cNvSpPr txBox="1"/>
          <p:nvPr/>
        </p:nvSpPr>
        <p:spPr>
          <a:xfrm>
            <a:off x="6251016" y="3090656"/>
            <a:ext cx="208407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7019" lvl="0" marL="29908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Point (2,5) is above the line as f(x) &gt; 0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4"/>
          <p:cNvSpPr txBox="1"/>
          <p:nvPr>
            <p:ph idx="11" type="ftr"/>
          </p:nvPr>
        </p:nvSpPr>
        <p:spPr>
          <a:xfrm>
            <a:off x="3051752" y="6560763"/>
            <a:ext cx="304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1950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The Artificial Neuron (Perceptron)</a:t>
            </a:r>
            <a:endParaRPr sz="3600"/>
          </a:p>
        </p:txBody>
      </p:sp>
      <p:grpSp>
        <p:nvGrpSpPr>
          <p:cNvPr id="189" name="Google Shape;189;p15"/>
          <p:cNvGrpSpPr/>
          <p:nvPr/>
        </p:nvGrpSpPr>
        <p:grpSpPr>
          <a:xfrm>
            <a:off x="3473052" y="2971801"/>
            <a:ext cx="1933575" cy="1885950"/>
            <a:chOff x="3473052" y="2971801"/>
            <a:chExt cx="1933575" cy="1885950"/>
          </a:xfrm>
        </p:grpSpPr>
        <p:sp>
          <p:nvSpPr>
            <p:cNvPr id="190" name="Google Shape;190;p15"/>
            <p:cNvSpPr/>
            <p:nvPr/>
          </p:nvSpPr>
          <p:spPr>
            <a:xfrm>
              <a:off x="3473052" y="2976563"/>
              <a:ext cx="1933575" cy="1876425"/>
            </a:xfrm>
            <a:custGeom>
              <a:rect b="b" l="l" r="r" t="t"/>
              <a:pathLst>
                <a:path extrusionOk="0" h="1876425" w="1933575">
                  <a:moveTo>
                    <a:pt x="0" y="938212"/>
                  </a:moveTo>
                  <a:lnTo>
                    <a:pt x="1183" y="891386"/>
                  </a:lnTo>
                  <a:lnTo>
                    <a:pt x="4695" y="845154"/>
                  </a:lnTo>
                  <a:lnTo>
                    <a:pt x="10482" y="799570"/>
                  </a:lnTo>
                  <a:lnTo>
                    <a:pt x="18487" y="754688"/>
                  </a:lnTo>
                  <a:lnTo>
                    <a:pt x="28656" y="710561"/>
                  </a:lnTo>
                  <a:lnTo>
                    <a:pt x="40932" y="667244"/>
                  </a:lnTo>
                  <a:lnTo>
                    <a:pt x="55261" y="624790"/>
                  </a:lnTo>
                  <a:lnTo>
                    <a:pt x="71587" y="583252"/>
                  </a:lnTo>
                  <a:lnTo>
                    <a:pt x="89854" y="542685"/>
                  </a:lnTo>
                  <a:lnTo>
                    <a:pt x="110008" y="503143"/>
                  </a:lnTo>
                  <a:lnTo>
                    <a:pt x="131993" y="464678"/>
                  </a:lnTo>
                  <a:lnTo>
                    <a:pt x="155754" y="427346"/>
                  </a:lnTo>
                  <a:lnTo>
                    <a:pt x="181235" y="391199"/>
                  </a:lnTo>
                  <a:lnTo>
                    <a:pt x="208380" y="356291"/>
                  </a:lnTo>
                  <a:lnTo>
                    <a:pt x="237135" y="322676"/>
                  </a:lnTo>
                  <a:lnTo>
                    <a:pt x="267444" y="290408"/>
                  </a:lnTo>
                  <a:lnTo>
                    <a:pt x="299251" y="259540"/>
                  </a:lnTo>
                  <a:lnTo>
                    <a:pt x="332502" y="230127"/>
                  </a:lnTo>
                  <a:lnTo>
                    <a:pt x="367140" y="202222"/>
                  </a:lnTo>
                  <a:lnTo>
                    <a:pt x="403111" y="175879"/>
                  </a:lnTo>
                  <a:lnTo>
                    <a:pt x="440359" y="151151"/>
                  </a:lnTo>
                  <a:lnTo>
                    <a:pt x="478829" y="128093"/>
                  </a:lnTo>
                  <a:lnTo>
                    <a:pt x="518465" y="106758"/>
                  </a:lnTo>
                  <a:lnTo>
                    <a:pt x="559212" y="87199"/>
                  </a:lnTo>
                  <a:lnTo>
                    <a:pt x="601014" y="69472"/>
                  </a:lnTo>
                  <a:lnTo>
                    <a:pt x="643817" y="53628"/>
                  </a:lnTo>
                  <a:lnTo>
                    <a:pt x="687564" y="39723"/>
                  </a:lnTo>
                  <a:lnTo>
                    <a:pt x="732201" y="27809"/>
                  </a:lnTo>
                  <a:lnTo>
                    <a:pt x="777672" y="17941"/>
                  </a:lnTo>
                  <a:lnTo>
                    <a:pt x="823921" y="10172"/>
                  </a:lnTo>
                  <a:lnTo>
                    <a:pt x="870894" y="4557"/>
                  </a:lnTo>
                  <a:lnTo>
                    <a:pt x="918534" y="1148"/>
                  </a:lnTo>
                  <a:lnTo>
                    <a:pt x="966787" y="0"/>
                  </a:lnTo>
                  <a:lnTo>
                    <a:pt x="1015040" y="1148"/>
                  </a:lnTo>
                  <a:lnTo>
                    <a:pt x="1062680" y="4557"/>
                  </a:lnTo>
                  <a:lnTo>
                    <a:pt x="1109653" y="10172"/>
                  </a:lnTo>
                  <a:lnTo>
                    <a:pt x="1155902" y="17941"/>
                  </a:lnTo>
                  <a:lnTo>
                    <a:pt x="1201373" y="27809"/>
                  </a:lnTo>
                  <a:lnTo>
                    <a:pt x="1246010" y="39723"/>
                  </a:lnTo>
                  <a:lnTo>
                    <a:pt x="1289757" y="53628"/>
                  </a:lnTo>
                  <a:lnTo>
                    <a:pt x="1332560" y="69472"/>
                  </a:lnTo>
                  <a:lnTo>
                    <a:pt x="1374362" y="87199"/>
                  </a:lnTo>
                  <a:lnTo>
                    <a:pt x="1415109" y="106758"/>
                  </a:lnTo>
                  <a:lnTo>
                    <a:pt x="1454745" y="128093"/>
                  </a:lnTo>
                  <a:lnTo>
                    <a:pt x="1493215" y="151151"/>
                  </a:lnTo>
                  <a:lnTo>
                    <a:pt x="1530463" y="175879"/>
                  </a:lnTo>
                  <a:lnTo>
                    <a:pt x="1566434" y="202222"/>
                  </a:lnTo>
                  <a:lnTo>
                    <a:pt x="1601072" y="230127"/>
                  </a:lnTo>
                  <a:lnTo>
                    <a:pt x="1634323" y="259540"/>
                  </a:lnTo>
                  <a:lnTo>
                    <a:pt x="1666130" y="290408"/>
                  </a:lnTo>
                  <a:lnTo>
                    <a:pt x="1696439" y="322676"/>
                  </a:lnTo>
                  <a:lnTo>
                    <a:pt x="1725194" y="356291"/>
                  </a:lnTo>
                  <a:lnTo>
                    <a:pt x="1752339" y="391199"/>
                  </a:lnTo>
                  <a:lnTo>
                    <a:pt x="1777820" y="427346"/>
                  </a:lnTo>
                  <a:lnTo>
                    <a:pt x="1801581" y="464678"/>
                  </a:lnTo>
                  <a:lnTo>
                    <a:pt x="1823566" y="503143"/>
                  </a:lnTo>
                  <a:lnTo>
                    <a:pt x="1843720" y="542685"/>
                  </a:lnTo>
                  <a:lnTo>
                    <a:pt x="1861987" y="583252"/>
                  </a:lnTo>
                  <a:lnTo>
                    <a:pt x="1878313" y="624790"/>
                  </a:lnTo>
                  <a:lnTo>
                    <a:pt x="1892642" y="667244"/>
                  </a:lnTo>
                  <a:lnTo>
                    <a:pt x="1904918" y="710561"/>
                  </a:lnTo>
                  <a:lnTo>
                    <a:pt x="1915087" y="754688"/>
                  </a:lnTo>
                  <a:lnTo>
                    <a:pt x="1923092" y="799570"/>
                  </a:lnTo>
                  <a:lnTo>
                    <a:pt x="1928879" y="845154"/>
                  </a:lnTo>
                  <a:lnTo>
                    <a:pt x="1932391" y="891386"/>
                  </a:lnTo>
                  <a:lnTo>
                    <a:pt x="1933575" y="938212"/>
                  </a:lnTo>
                  <a:lnTo>
                    <a:pt x="1932391" y="985038"/>
                  </a:lnTo>
                  <a:lnTo>
                    <a:pt x="1928879" y="1031270"/>
                  </a:lnTo>
                  <a:lnTo>
                    <a:pt x="1923092" y="1076854"/>
                  </a:lnTo>
                  <a:lnTo>
                    <a:pt x="1915087" y="1121736"/>
                  </a:lnTo>
                  <a:lnTo>
                    <a:pt x="1904918" y="1165863"/>
                  </a:lnTo>
                  <a:lnTo>
                    <a:pt x="1892642" y="1209180"/>
                  </a:lnTo>
                  <a:lnTo>
                    <a:pt x="1878313" y="1251634"/>
                  </a:lnTo>
                  <a:lnTo>
                    <a:pt x="1861987" y="1293172"/>
                  </a:lnTo>
                  <a:lnTo>
                    <a:pt x="1843720" y="1333739"/>
                  </a:lnTo>
                  <a:lnTo>
                    <a:pt x="1823566" y="1373281"/>
                  </a:lnTo>
                  <a:lnTo>
                    <a:pt x="1801581" y="1411746"/>
                  </a:lnTo>
                  <a:lnTo>
                    <a:pt x="1777820" y="1449078"/>
                  </a:lnTo>
                  <a:lnTo>
                    <a:pt x="1752339" y="1485225"/>
                  </a:lnTo>
                  <a:lnTo>
                    <a:pt x="1725194" y="1520133"/>
                  </a:lnTo>
                  <a:lnTo>
                    <a:pt x="1696439" y="1553748"/>
                  </a:lnTo>
                  <a:lnTo>
                    <a:pt x="1666130" y="1586016"/>
                  </a:lnTo>
                  <a:lnTo>
                    <a:pt x="1634323" y="1616884"/>
                  </a:lnTo>
                  <a:lnTo>
                    <a:pt x="1601072" y="1646297"/>
                  </a:lnTo>
                  <a:lnTo>
                    <a:pt x="1566434" y="1674202"/>
                  </a:lnTo>
                  <a:lnTo>
                    <a:pt x="1530463" y="1700545"/>
                  </a:lnTo>
                  <a:lnTo>
                    <a:pt x="1493215" y="1725273"/>
                  </a:lnTo>
                  <a:lnTo>
                    <a:pt x="1454745" y="1748331"/>
                  </a:lnTo>
                  <a:lnTo>
                    <a:pt x="1415109" y="1769666"/>
                  </a:lnTo>
                  <a:lnTo>
                    <a:pt x="1374362" y="1789225"/>
                  </a:lnTo>
                  <a:lnTo>
                    <a:pt x="1332560" y="1806952"/>
                  </a:lnTo>
                  <a:lnTo>
                    <a:pt x="1289757" y="1822796"/>
                  </a:lnTo>
                  <a:lnTo>
                    <a:pt x="1246010" y="1836701"/>
                  </a:lnTo>
                  <a:lnTo>
                    <a:pt x="1201373" y="1848615"/>
                  </a:lnTo>
                  <a:lnTo>
                    <a:pt x="1155902" y="1858483"/>
                  </a:lnTo>
                  <a:lnTo>
                    <a:pt x="1109653" y="1866252"/>
                  </a:lnTo>
                  <a:lnTo>
                    <a:pt x="1062680" y="1871867"/>
                  </a:lnTo>
                  <a:lnTo>
                    <a:pt x="1015040" y="1875276"/>
                  </a:lnTo>
                  <a:lnTo>
                    <a:pt x="966787" y="1876425"/>
                  </a:lnTo>
                  <a:lnTo>
                    <a:pt x="918534" y="1875276"/>
                  </a:lnTo>
                  <a:lnTo>
                    <a:pt x="870894" y="1871867"/>
                  </a:lnTo>
                  <a:lnTo>
                    <a:pt x="823921" y="1866252"/>
                  </a:lnTo>
                  <a:lnTo>
                    <a:pt x="777672" y="1858483"/>
                  </a:lnTo>
                  <a:lnTo>
                    <a:pt x="732201" y="1848615"/>
                  </a:lnTo>
                  <a:lnTo>
                    <a:pt x="687564" y="1836701"/>
                  </a:lnTo>
                  <a:lnTo>
                    <a:pt x="643817" y="1822796"/>
                  </a:lnTo>
                  <a:lnTo>
                    <a:pt x="601014" y="1806952"/>
                  </a:lnTo>
                  <a:lnTo>
                    <a:pt x="559212" y="1789225"/>
                  </a:lnTo>
                  <a:lnTo>
                    <a:pt x="518465" y="1769666"/>
                  </a:lnTo>
                  <a:lnTo>
                    <a:pt x="478829" y="1748331"/>
                  </a:lnTo>
                  <a:lnTo>
                    <a:pt x="440359" y="1725273"/>
                  </a:lnTo>
                  <a:lnTo>
                    <a:pt x="403111" y="1700545"/>
                  </a:lnTo>
                  <a:lnTo>
                    <a:pt x="367140" y="1674202"/>
                  </a:lnTo>
                  <a:lnTo>
                    <a:pt x="332502" y="1646297"/>
                  </a:lnTo>
                  <a:lnTo>
                    <a:pt x="299251" y="1616884"/>
                  </a:lnTo>
                  <a:lnTo>
                    <a:pt x="267444" y="1586016"/>
                  </a:lnTo>
                  <a:lnTo>
                    <a:pt x="237135" y="1553748"/>
                  </a:lnTo>
                  <a:lnTo>
                    <a:pt x="208380" y="1520133"/>
                  </a:lnTo>
                  <a:lnTo>
                    <a:pt x="181235" y="1485225"/>
                  </a:lnTo>
                  <a:lnTo>
                    <a:pt x="155754" y="1449078"/>
                  </a:lnTo>
                  <a:lnTo>
                    <a:pt x="131993" y="1411746"/>
                  </a:lnTo>
                  <a:lnTo>
                    <a:pt x="110008" y="1373281"/>
                  </a:lnTo>
                  <a:lnTo>
                    <a:pt x="89854" y="1333739"/>
                  </a:lnTo>
                  <a:lnTo>
                    <a:pt x="71587" y="1293172"/>
                  </a:lnTo>
                  <a:lnTo>
                    <a:pt x="55261" y="1251634"/>
                  </a:lnTo>
                  <a:lnTo>
                    <a:pt x="40932" y="1209180"/>
                  </a:lnTo>
                  <a:lnTo>
                    <a:pt x="28656" y="1165863"/>
                  </a:lnTo>
                  <a:lnTo>
                    <a:pt x="18487" y="1121736"/>
                  </a:lnTo>
                  <a:lnTo>
                    <a:pt x="10482" y="1076854"/>
                  </a:lnTo>
                  <a:lnTo>
                    <a:pt x="4695" y="1031270"/>
                  </a:lnTo>
                  <a:lnTo>
                    <a:pt x="1183" y="985038"/>
                  </a:lnTo>
                  <a:lnTo>
                    <a:pt x="0" y="938212"/>
                  </a:lnTo>
                  <a:close/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5"/>
            <p:cNvSpPr/>
            <p:nvPr/>
          </p:nvSpPr>
          <p:spPr>
            <a:xfrm>
              <a:off x="4439841" y="2971801"/>
              <a:ext cx="0" cy="1885950"/>
            </a:xfrm>
            <a:custGeom>
              <a:rect b="b" l="l" r="r" t="t"/>
              <a:pathLst>
                <a:path extrusionOk="0" h="1885950" w="120000">
                  <a:moveTo>
                    <a:pt x="0" y="1885950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2" name="Google Shape;192;p15"/>
          <p:cNvSpPr txBox="1"/>
          <p:nvPr/>
        </p:nvSpPr>
        <p:spPr>
          <a:xfrm>
            <a:off x="3798491" y="3649331"/>
            <a:ext cx="2667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Tahoma"/>
                <a:ea typeface="Tahoma"/>
                <a:cs typeface="Tahoma"/>
                <a:sym typeface="Tahoma"/>
              </a:rPr>
              <a:t>S</a:t>
            </a:r>
            <a:endParaRPr sz="3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3" name="Google Shape;193;p15"/>
          <p:cNvSpPr txBox="1"/>
          <p:nvPr/>
        </p:nvSpPr>
        <p:spPr>
          <a:xfrm>
            <a:off x="4541441" y="3640187"/>
            <a:ext cx="76009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Tahoma"/>
                <a:ea typeface="Tahoma"/>
                <a:cs typeface="Tahoma"/>
                <a:sym typeface="Tahoma"/>
              </a:rPr>
              <a:t>f(S)</a:t>
            </a:r>
            <a:endParaRPr sz="30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94" name="Google Shape;194;p15"/>
          <p:cNvGrpSpPr/>
          <p:nvPr/>
        </p:nvGrpSpPr>
        <p:grpSpPr>
          <a:xfrm>
            <a:off x="2439591" y="2343151"/>
            <a:ext cx="3943350" cy="3200400"/>
            <a:chOff x="2439591" y="2343151"/>
            <a:chExt cx="3943350" cy="3200400"/>
          </a:xfrm>
        </p:grpSpPr>
        <p:sp>
          <p:nvSpPr>
            <p:cNvPr id="195" name="Google Shape;195;p15"/>
            <p:cNvSpPr/>
            <p:nvPr/>
          </p:nvSpPr>
          <p:spPr>
            <a:xfrm>
              <a:off x="5411391" y="3943351"/>
              <a:ext cx="971550" cy="0"/>
            </a:xfrm>
            <a:custGeom>
              <a:rect b="b" l="l" r="r" t="t"/>
              <a:pathLst>
                <a:path extrusionOk="0" h="120000" w="971550">
                  <a:moveTo>
                    <a:pt x="0" y="0"/>
                  </a:moveTo>
                  <a:lnTo>
                    <a:pt x="97155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5"/>
            <p:cNvSpPr/>
            <p:nvPr/>
          </p:nvSpPr>
          <p:spPr>
            <a:xfrm>
              <a:off x="2439591" y="2343151"/>
              <a:ext cx="1314450" cy="914400"/>
            </a:xfrm>
            <a:custGeom>
              <a:rect b="b" l="l" r="r" t="t"/>
              <a:pathLst>
                <a:path extrusionOk="0" h="914400" w="1314450">
                  <a:moveTo>
                    <a:pt x="1314450" y="914400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5"/>
            <p:cNvSpPr/>
            <p:nvPr/>
          </p:nvSpPr>
          <p:spPr>
            <a:xfrm>
              <a:off x="2496741" y="4629151"/>
              <a:ext cx="1314450" cy="914400"/>
            </a:xfrm>
            <a:custGeom>
              <a:rect b="b" l="l" r="r" t="t"/>
              <a:pathLst>
                <a:path extrusionOk="0" h="914400" w="1314450">
                  <a:moveTo>
                    <a:pt x="1314450" y="0"/>
                  </a:moveTo>
                  <a:lnTo>
                    <a:pt x="0" y="91440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5"/>
            <p:cNvSpPr/>
            <p:nvPr/>
          </p:nvSpPr>
          <p:spPr>
            <a:xfrm>
              <a:off x="2439591" y="3028951"/>
              <a:ext cx="1143000" cy="457200"/>
            </a:xfrm>
            <a:custGeom>
              <a:rect b="b" l="l" r="r" t="t"/>
              <a:pathLst>
                <a:path extrusionOk="0" h="457200" w="1143000">
                  <a:moveTo>
                    <a:pt x="1143000" y="457200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5"/>
            <p:cNvSpPr/>
            <p:nvPr/>
          </p:nvSpPr>
          <p:spPr>
            <a:xfrm>
              <a:off x="2439591" y="3600451"/>
              <a:ext cx="1028700" cy="171450"/>
            </a:xfrm>
            <a:custGeom>
              <a:rect b="b" l="l" r="r" t="t"/>
              <a:pathLst>
                <a:path extrusionOk="0" h="171450" w="1028700">
                  <a:moveTo>
                    <a:pt x="1028700" y="171450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5"/>
            <p:cNvSpPr/>
            <p:nvPr/>
          </p:nvSpPr>
          <p:spPr>
            <a:xfrm>
              <a:off x="2668191" y="3886201"/>
              <a:ext cx="0" cy="1314450"/>
            </a:xfrm>
            <a:custGeom>
              <a:rect b="b" l="l" r="r" t="t"/>
              <a:pathLst>
                <a:path extrusionOk="0" h="1314450" w="120000">
                  <a:moveTo>
                    <a:pt x="0" y="0"/>
                  </a:moveTo>
                  <a:lnTo>
                    <a:pt x="0" y="131445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1" name="Google Shape;201;p15"/>
          <p:cNvSpPr txBox="1"/>
          <p:nvPr/>
        </p:nvSpPr>
        <p:spPr>
          <a:xfrm>
            <a:off x="6541692" y="3762010"/>
            <a:ext cx="165100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50009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15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3" name="Google Shape;203;p15"/>
          <p:cNvSpPr txBox="1"/>
          <p:nvPr/>
        </p:nvSpPr>
        <p:spPr>
          <a:xfrm>
            <a:off x="1998266" y="2788936"/>
            <a:ext cx="29083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x1</a:t>
            </a:r>
            <a:endParaRPr sz="2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4" name="Google Shape;204;p15"/>
          <p:cNvSpPr txBox="1"/>
          <p:nvPr/>
        </p:nvSpPr>
        <p:spPr>
          <a:xfrm>
            <a:off x="1998266" y="3417571"/>
            <a:ext cx="29083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x2</a:t>
            </a:r>
            <a:endParaRPr sz="2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5" name="Google Shape;205;p15"/>
          <p:cNvSpPr txBox="1"/>
          <p:nvPr/>
        </p:nvSpPr>
        <p:spPr>
          <a:xfrm>
            <a:off x="1998266" y="5354631"/>
            <a:ext cx="29464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xn</a:t>
            </a:r>
            <a:endParaRPr sz="2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6" name="Google Shape;206;p15"/>
          <p:cNvSpPr txBox="1"/>
          <p:nvPr/>
        </p:nvSpPr>
        <p:spPr>
          <a:xfrm>
            <a:off x="2312591" y="1897444"/>
            <a:ext cx="462915" cy="436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Tahoma"/>
                <a:ea typeface="Tahoma"/>
                <a:cs typeface="Tahoma"/>
                <a:sym typeface="Tahoma"/>
              </a:rPr>
              <a:t>+1</a:t>
            </a:r>
            <a:endParaRPr sz="27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7" name="Google Shape;207;p15"/>
          <p:cNvSpPr txBox="1"/>
          <p:nvPr/>
        </p:nvSpPr>
        <p:spPr>
          <a:xfrm>
            <a:off x="2972991" y="2294523"/>
            <a:ext cx="455930" cy="436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63DE8"/>
                </a:solidFill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aseline="-25000" lang="en-US" sz="2700">
                <a:solidFill>
                  <a:srgbClr val="063DE8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endParaRPr baseline="-25000" sz="27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8" name="Google Shape;208;p15"/>
          <p:cNvSpPr txBox="1"/>
          <p:nvPr/>
        </p:nvSpPr>
        <p:spPr>
          <a:xfrm>
            <a:off x="2568178" y="2496328"/>
            <a:ext cx="460375" cy="1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4444" lvl="0" marL="38100" marR="30480" rtl="0" algn="l">
              <a:lnSpc>
                <a:spcPct val="134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63DE8"/>
                </a:solidFill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aseline="-25000" lang="en-US" sz="2700">
                <a:solidFill>
                  <a:srgbClr val="063DE8"/>
                </a:solidFill>
                <a:latin typeface="Tahoma"/>
                <a:ea typeface="Tahoma"/>
                <a:cs typeface="Tahoma"/>
                <a:sym typeface="Tahoma"/>
              </a:rPr>
              <a:t>1 </a:t>
            </a:r>
            <a:r>
              <a:rPr lang="en-US" sz="2700">
                <a:solidFill>
                  <a:srgbClr val="063DE8"/>
                </a:solidFill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aseline="-25000" lang="en-US" sz="2700">
                <a:solidFill>
                  <a:srgbClr val="063DE8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aseline="-25000" sz="27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9" name="Google Shape;209;p15"/>
          <p:cNvSpPr txBox="1"/>
          <p:nvPr/>
        </p:nvSpPr>
        <p:spPr>
          <a:xfrm>
            <a:off x="3087291" y="5037598"/>
            <a:ext cx="458470" cy="436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63DE8"/>
                </a:solidFill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aseline="-25000" lang="en-US" sz="2700">
                <a:solidFill>
                  <a:srgbClr val="063DE8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endParaRPr baseline="-25000" sz="27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0" name="Google Shape;210;p15"/>
          <p:cNvSpPr txBox="1"/>
          <p:nvPr>
            <p:ph idx="11" type="ftr"/>
          </p:nvPr>
        </p:nvSpPr>
        <p:spPr>
          <a:xfrm>
            <a:off x="3051752" y="6560763"/>
            <a:ext cx="304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1950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The Artificial Neuron (Perceptron)</a:t>
            </a:r>
            <a:endParaRPr sz="3600"/>
          </a:p>
        </p:txBody>
      </p:sp>
      <p:grpSp>
        <p:nvGrpSpPr>
          <p:cNvPr id="216" name="Google Shape;216;p16"/>
          <p:cNvGrpSpPr/>
          <p:nvPr/>
        </p:nvGrpSpPr>
        <p:grpSpPr>
          <a:xfrm>
            <a:off x="2439591" y="2343151"/>
            <a:ext cx="3943350" cy="3200400"/>
            <a:chOff x="2439591" y="2343151"/>
            <a:chExt cx="3943350" cy="3200400"/>
          </a:xfrm>
        </p:grpSpPr>
        <p:sp>
          <p:nvSpPr>
            <p:cNvPr id="217" name="Google Shape;217;p16"/>
            <p:cNvSpPr/>
            <p:nvPr/>
          </p:nvSpPr>
          <p:spPr>
            <a:xfrm>
              <a:off x="3473052" y="2976563"/>
              <a:ext cx="1933575" cy="1876425"/>
            </a:xfrm>
            <a:custGeom>
              <a:rect b="b" l="l" r="r" t="t"/>
              <a:pathLst>
                <a:path extrusionOk="0" h="1876425" w="1933575">
                  <a:moveTo>
                    <a:pt x="0" y="938212"/>
                  </a:moveTo>
                  <a:lnTo>
                    <a:pt x="1183" y="891386"/>
                  </a:lnTo>
                  <a:lnTo>
                    <a:pt x="4695" y="845154"/>
                  </a:lnTo>
                  <a:lnTo>
                    <a:pt x="10482" y="799570"/>
                  </a:lnTo>
                  <a:lnTo>
                    <a:pt x="18487" y="754688"/>
                  </a:lnTo>
                  <a:lnTo>
                    <a:pt x="28656" y="710561"/>
                  </a:lnTo>
                  <a:lnTo>
                    <a:pt x="40932" y="667244"/>
                  </a:lnTo>
                  <a:lnTo>
                    <a:pt x="55261" y="624790"/>
                  </a:lnTo>
                  <a:lnTo>
                    <a:pt x="71587" y="583252"/>
                  </a:lnTo>
                  <a:lnTo>
                    <a:pt x="89854" y="542685"/>
                  </a:lnTo>
                  <a:lnTo>
                    <a:pt x="110008" y="503143"/>
                  </a:lnTo>
                  <a:lnTo>
                    <a:pt x="131993" y="464678"/>
                  </a:lnTo>
                  <a:lnTo>
                    <a:pt x="155754" y="427346"/>
                  </a:lnTo>
                  <a:lnTo>
                    <a:pt x="181235" y="391199"/>
                  </a:lnTo>
                  <a:lnTo>
                    <a:pt x="208380" y="356291"/>
                  </a:lnTo>
                  <a:lnTo>
                    <a:pt x="237135" y="322676"/>
                  </a:lnTo>
                  <a:lnTo>
                    <a:pt x="267444" y="290408"/>
                  </a:lnTo>
                  <a:lnTo>
                    <a:pt x="299251" y="259540"/>
                  </a:lnTo>
                  <a:lnTo>
                    <a:pt x="332502" y="230127"/>
                  </a:lnTo>
                  <a:lnTo>
                    <a:pt x="367140" y="202222"/>
                  </a:lnTo>
                  <a:lnTo>
                    <a:pt x="403111" y="175879"/>
                  </a:lnTo>
                  <a:lnTo>
                    <a:pt x="440359" y="151151"/>
                  </a:lnTo>
                  <a:lnTo>
                    <a:pt x="478829" y="128093"/>
                  </a:lnTo>
                  <a:lnTo>
                    <a:pt x="518465" y="106758"/>
                  </a:lnTo>
                  <a:lnTo>
                    <a:pt x="559212" y="87199"/>
                  </a:lnTo>
                  <a:lnTo>
                    <a:pt x="601014" y="69472"/>
                  </a:lnTo>
                  <a:lnTo>
                    <a:pt x="643817" y="53628"/>
                  </a:lnTo>
                  <a:lnTo>
                    <a:pt x="687564" y="39723"/>
                  </a:lnTo>
                  <a:lnTo>
                    <a:pt x="732201" y="27809"/>
                  </a:lnTo>
                  <a:lnTo>
                    <a:pt x="777672" y="17941"/>
                  </a:lnTo>
                  <a:lnTo>
                    <a:pt x="823921" y="10172"/>
                  </a:lnTo>
                  <a:lnTo>
                    <a:pt x="870894" y="4557"/>
                  </a:lnTo>
                  <a:lnTo>
                    <a:pt x="918534" y="1148"/>
                  </a:lnTo>
                  <a:lnTo>
                    <a:pt x="966787" y="0"/>
                  </a:lnTo>
                  <a:lnTo>
                    <a:pt x="1015040" y="1148"/>
                  </a:lnTo>
                  <a:lnTo>
                    <a:pt x="1062680" y="4557"/>
                  </a:lnTo>
                  <a:lnTo>
                    <a:pt x="1109653" y="10172"/>
                  </a:lnTo>
                  <a:lnTo>
                    <a:pt x="1155902" y="17941"/>
                  </a:lnTo>
                  <a:lnTo>
                    <a:pt x="1201373" y="27809"/>
                  </a:lnTo>
                  <a:lnTo>
                    <a:pt x="1246010" y="39723"/>
                  </a:lnTo>
                  <a:lnTo>
                    <a:pt x="1289757" y="53628"/>
                  </a:lnTo>
                  <a:lnTo>
                    <a:pt x="1332560" y="69472"/>
                  </a:lnTo>
                  <a:lnTo>
                    <a:pt x="1374362" y="87199"/>
                  </a:lnTo>
                  <a:lnTo>
                    <a:pt x="1415109" y="106758"/>
                  </a:lnTo>
                  <a:lnTo>
                    <a:pt x="1454745" y="128093"/>
                  </a:lnTo>
                  <a:lnTo>
                    <a:pt x="1493215" y="151151"/>
                  </a:lnTo>
                  <a:lnTo>
                    <a:pt x="1530463" y="175879"/>
                  </a:lnTo>
                  <a:lnTo>
                    <a:pt x="1566434" y="202222"/>
                  </a:lnTo>
                  <a:lnTo>
                    <a:pt x="1601072" y="230127"/>
                  </a:lnTo>
                  <a:lnTo>
                    <a:pt x="1634323" y="259540"/>
                  </a:lnTo>
                  <a:lnTo>
                    <a:pt x="1666130" y="290408"/>
                  </a:lnTo>
                  <a:lnTo>
                    <a:pt x="1696439" y="322676"/>
                  </a:lnTo>
                  <a:lnTo>
                    <a:pt x="1725194" y="356291"/>
                  </a:lnTo>
                  <a:lnTo>
                    <a:pt x="1752339" y="391199"/>
                  </a:lnTo>
                  <a:lnTo>
                    <a:pt x="1777820" y="427346"/>
                  </a:lnTo>
                  <a:lnTo>
                    <a:pt x="1801581" y="464678"/>
                  </a:lnTo>
                  <a:lnTo>
                    <a:pt x="1823566" y="503143"/>
                  </a:lnTo>
                  <a:lnTo>
                    <a:pt x="1843720" y="542685"/>
                  </a:lnTo>
                  <a:lnTo>
                    <a:pt x="1861987" y="583252"/>
                  </a:lnTo>
                  <a:lnTo>
                    <a:pt x="1878313" y="624790"/>
                  </a:lnTo>
                  <a:lnTo>
                    <a:pt x="1892642" y="667244"/>
                  </a:lnTo>
                  <a:lnTo>
                    <a:pt x="1904918" y="710561"/>
                  </a:lnTo>
                  <a:lnTo>
                    <a:pt x="1915087" y="754688"/>
                  </a:lnTo>
                  <a:lnTo>
                    <a:pt x="1923092" y="799570"/>
                  </a:lnTo>
                  <a:lnTo>
                    <a:pt x="1928879" y="845154"/>
                  </a:lnTo>
                  <a:lnTo>
                    <a:pt x="1932391" y="891386"/>
                  </a:lnTo>
                  <a:lnTo>
                    <a:pt x="1933575" y="938212"/>
                  </a:lnTo>
                  <a:lnTo>
                    <a:pt x="1932391" y="985038"/>
                  </a:lnTo>
                  <a:lnTo>
                    <a:pt x="1928879" y="1031270"/>
                  </a:lnTo>
                  <a:lnTo>
                    <a:pt x="1923092" y="1076854"/>
                  </a:lnTo>
                  <a:lnTo>
                    <a:pt x="1915087" y="1121736"/>
                  </a:lnTo>
                  <a:lnTo>
                    <a:pt x="1904918" y="1165863"/>
                  </a:lnTo>
                  <a:lnTo>
                    <a:pt x="1892642" y="1209180"/>
                  </a:lnTo>
                  <a:lnTo>
                    <a:pt x="1878313" y="1251634"/>
                  </a:lnTo>
                  <a:lnTo>
                    <a:pt x="1861987" y="1293172"/>
                  </a:lnTo>
                  <a:lnTo>
                    <a:pt x="1843720" y="1333739"/>
                  </a:lnTo>
                  <a:lnTo>
                    <a:pt x="1823566" y="1373281"/>
                  </a:lnTo>
                  <a:lnTo>
                    <a:pt x="1801581" y="1411746"/>
                  </a:lnTo>
                  <a:lnTo>
                    <a:pt x="1777820" y="1449078"/>
                  </a:lnTo>
                  <a:lnTo>
                    <a:pt x="1752339" y="1485225"/>
                  </a:lnTo>
                  <a:lnTo>
                    <a:pt x="1725194" y="1520133"/>
                  </a:lnTo>
                  <a:lnTo>
                    <a:pt x="1696439" y="1553748"/>
                  </a:lnTo>
                  <a:lnTo>
                    <a:pt x="1666130" y="1586016"/>
                  </a:lnTo>
                  <a:lnTo>
                    <a:pt x="1634323" y="1616884"/>
                  </a:lnTo>
                  <a:lnTo>
                    <a:pt x="1601072" y="1646297"/>
                  </a:lnTo>
                  <a:lnTo>
                    <a:pt x="1566434" y="1674202"/>
                  </a:lnTo>
                  <a:lnTo>
                    <a:pt x="1530463" y="1700545"/>
                  </a:lnTo>
                  <a:lnTo>
                    <a:pt x="1493215" y="1725273"/>
                  </a:lnTo>
                  <a:lnTo>
                    <a:pt x="1454745" y="1748331"/>
                  </a:lnTo>
                  <a:lnTo>
                    <a:pt x="1415109" y="1769666"/>
                  </a:lnTo>
                  <a:lnTo>
                    <a:pt x="1374362" y="1789225"/>
                  </a:lnTo>
                  <a:lnTo>
                    <a:pt x="1332560" y="1806952"/>
                  </a:lnTo>
                  <a:lnTo>
                    <a:pt x="1289757" y="1822796"/>
                  </a:lnTo>
                  <a:lnTo>
                    <a:pt x="1246010" y="1836701"/>
                  </a:lnTo>
                  <a:lnTo>
                    <a:pt x="1201373" y="1848615"/>
                  </a:lnTo>
                  <a:lnTo>
                    <a:pt x="1155902" y="1858483"/>
                  </a:lnTo>
                  <a:lnTo>
                    <a:pt x="1109653" y="1866252"/>
                  </a:lnTo>
                  <a:lnTo>
                    <a:pt x="1062680" y="1871867"/>
                  </a:lnTo>
                  <a:lnTo>
                    <a:pt x="1015040" y="1875276"/>
                  </a:lnTo>
                  <a:lnTo>
                    <a:pt x="966787" y="1876425"/>
                  </a:lnTo>
                  <a:lnTo>
                    <a:pt x="918534" y="1875276"/>
                  </a:lnTo>
                  <a:lnTo>
                    <a:pt x="870894" y="1871867"/>
                  </a:lnTo>
                  <a:lnTo>
                    <a:pt x="823921" y="1866252"/>
                  </a:lnTo>
                  <a:lnTo>
                    <a:pt x="777672" y="1858483"/>
                  </a:lnTo>
                  <a:lnTo>
                    <a:pt x="732201" y="1848615"/>
                  </a:lnTo>
                  <a:lnTo>
                    <a:pt x="687564" y="1836701"/>
                  </a:lnTo>
                  <a:lnTo>
                    <a:pt x="643817" y="1822796"/>
                  </a:lnTo>
                  <a:lnTo>
                    <a:pt x="601014" y="1806952"/>
                  </a:lnTo>
                  <a:lnTo>
                    <a:pt x="559212" y="1789225"/>
                  </a:lnTo>
                  <a:lnTo>
                    <a:pt x="518465" y="1769666"/>
                  </a:lnTo>
                  <a:lnTo>
                    <a:pt x="478829" y="1748331"/>
                  </a:lnTo>
                  <a:lnTo>
                    <a:pt x="440359" y="1725273"/>
                  </a:lnTo>
                  <a:lnTo>
                    <a:pt x="403111" y="1700545"/>
                  </a:lnTo>
                  <a:lnTo>
                    <a:pt x="367140" y="1674202"/>
                  </a:lnTo>
                  <a:lnTo>
                    <a:pt x="332502" y="1646297"/>
                  </a:lnTo>
                  <a:lnTo>
                    <a:pt x="299251" y="1616884"/>
                  </a:lnTo>
                  <a:lnTo>
                    <a:pt x="267444" y="1586016"/>
                  </a:lnTo>
                  <a:lnTo>
                    <a:pt x="237135" y="1553748"/>
                  </a:lnTo>
                  <a:lnTo>
                    <a:pt x="208380" y="1520133"/>
                  </a:lnTo>
                  <a:lnTo>
                    <a:pt x="181235" y="1485225"/>
                  </a:lnTo>
                  <a:lnTo>
                    <a:pt x="155754" y="1449078"/>
                  </a:lnTo>
                  <a:lnTo>
                    <a:pt x="131993" y="1411746"/>
                  </a:lnTo>
                  <a:lnTo>
                    <a:pt x="110008" y="1373281"/>
                  </a:lnTo>
                  <a:lnTo>
                    <a:pt x="89854" y="1333739"/>
                  </a:lnTo>
                  <a:lnTo>
                    <a:pt x="71587" y="1293172"/>
                  </a:lnTo>
                  <a:lnTo>
                    <a:pt x="55261" y="1251634"/>
                  </a:lnTo>
                  <a:lnTo>
                    <a:pt x="40932" y="1209180"/>
                  </a:lnTo>
                  <a:lnTo>
                    <a:pt x="28656" y="1165863"/>
                  </a:lnTo>
                  <a:lnTo>
                    <a:pt x="18487" y="1121736"/>
                  </a:lnTo>
                  <a:lnTo>
                    <a:pt x="10482" y="1076854"/>
                  </a:lnTo>
                  <a:lnTo>
                    <a:pt x="4695" y="1031270"/>
                  </a:lnTo>
                  <a:lnTo>
                    <a:pt x="1183" y="985038"/>
                  </a:lnTo>
                  <a:lnTo>
                    <a:pt x="0" y="938212"/>
                  </a:lnTo>
                  <a:close/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6"/>
            <p:cNvSpPr/>
            <p:nvPr/>
          </p:nvSpPr>
          <p:spPr>
            <a:xfrm>
              <a:off x="4439841" y="2971801"/>
              <a:ext cx="0" cy="1885950"/>
            </a:xfrm>
            <a:custGeom>
              <a:rect b="b" l="l" r="r" t="t"/>
              <a:pathLst>
                <a:path extrusionOk="0" h="1885950" w="120000">
                  <a:moveTo>
                    <a:pt x="0" y="1885950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6"/>
            <p:cNvSpPr/>
            <p:nvPr/>
          </p:nvSpPr>
          <p:spPr>
            <a:xfrm>
              <a:off x="5411391" y="3943351"/>
              <a:ext cx="971550" cy="0"/>
            </a:xfrm>
            <a:custGeom>
              <a:rect b="b" l="l" r="r" t="t"/>
              <a:pathLst>
                <a:path extrusionOk="0" h="120000" w="971550">
                  <a:moveTo>
                    <a:pt x="0" y="0"/>
                  </a:moveTo>
                  <a:lnTo>
                    <a:pt x="97155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6"/>
            <p:cNvSpPr/>
            <p:nvPr/>
          </p:nvSpPr>
          <p:spPr>
            <a:xfrm>
              <a:off x="2439591" y="2343151"/>
              <a:ext cx="1314450" cy="914400"/>
            </a:xfrm>
            <a:custGeom>
              <a:rect b="b" l="l" r="r" t="t"/>
              <a:pathLst>
                <a:path extrusionOk="0" h="914400" w="1314450">
                  <a:moveTo>
                    <a:pt x="1314450" y="914400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6"/>
            <p:cNvSpPr/>
            <p:nvPr/>
          </p:nvSpPr>
          <p:spPr>
            <a:xfrm>
              <a:off x="2496741" y="4629151"/>
              <a:ext cx="1314450" cy="914400"/>
            </a:xfrm>
            <a:custGeom>
              <a:rect b="b" l="l" r="r" t="t"/>
              <a:pathLst>
                <a:path extrusionOk="0" h="914400" w="1314450">
                  <a:moveTo>
                    <a:pt x="1314450" y="0"/>
                  </a:moveTo>
                  <a:lnTo>
                    <a:pt x="0" y="91440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6"/>
            <p:cNvSpPr/>
            <p:nvPr/>
          </p:nvSpPr>
          <p:spPr>
            <a:xfrm>
              <a:off x="2439591" y="3028951"/>
              <a:ext cx="1143000" cy="457200"/>
            </a:xfrm>
            <a:custGeom>
              <a:rect b="b" l="l" r="r" t="t"/>
              <a:pathLst>
                <a:path extrusionOk="0" h="457200" w="1143000">
                  <a:moveTo>
                    <a:pt x="1143000" y="457200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6"/>
            <p:cNvSpPr/>
            <p:nvPr/>
          </p:nvSpPr>
          <p:spPr>
            <a:xfrm>
              <a:off x="2439591" y="3600451"/>
              <a:ext cx="1028700" cy="171450"/>
            </a:xfrm>
            <a:custGeom>
              <a:rect b="b" l="l" r="r" t="t"/>
              <a:pathLst>
                <a:path extrusionOk="0" h="171450" w="1028700">
                  <a:moveTo>
                    <a:pt x="1028700" y="171450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6"/>
            <p:cNvSpPr/>
            <p:nvPr/>
          </p:nvSpPr>
          <p:spPr>
            <a:xfrm>
              <a:off x="2668191" y="3886201"/>
              <a:ext cx="0" cy="1314450"/>
            </a:xfrm>
            <a:custGeom>
              <a:rect b="b" l="l" r="r" t="t"/>
              <a:pathLst>
                <a:path extrusionOk="0" h="1314450" w="120000">
                  <a:moveTo>
                    <a:pt x="0" y="0"/>
                  </a:moveTo>
                  <a:lnTo>
                    <a:pt x="0" y="131445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5" name="Google Shape;225;p16"/>
          <p:cNvSpPr txBox="1"/>
          <p:nvPr/>
        </p:nvSpPr>
        <p:spPr>
          <a:xfrm>
            <a:off x="6541692" y="3762010"/>
            <a:ext cx="165100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50009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16"/>
          <p:cNvSpPr txBox="1"/>
          <p:nvPr/>
        </p:nvSpPr>
        <p:spPr>
          <a:xfrm>
            <a:off x="1998266" y="2788936"/>
            <a:ext cx="29083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x1</a:t>
            </a:r>
            <a:endParaRPr sz="2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7" name="Google Shape;227;p16"/>
          <p:cNvSpPr txBox="1"/>
          <p:nvPr/>
        </p:nvSpPr>
        <p:spPr>
          <a:xfrm>
            <a:off x="1998266" y="3417571"/>
            <a:ext cx="29083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x2</a:t>
            </a:r>
            <a:endParaRPr sz="2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8" name="Google Shape;228;p16"/>
          <p:cNvSpPr txBox="1"/>
          <p:nvPr/>
        </p:nvSpPr>
        <p:spPr>
          <a:xfrm>
            <a:off x="1998266" y="5354631"/>
            <a:ext cx="29464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xn</a:t>
            </a:r>
            <a:endParaRPr sz="2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9" name="Google Shape;229;p16"/>
          <p:cNvSpPr txBox="1"/>
          <p:nvPr/>
        </p:nvSpPr>
        <p:spPr>
          <a:xfrm>
            <a:off x="2312591" y="1897444"/>
            <a:ext cx="462915" cy="436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Tahoma"/>
                <a:ea typeface="Tahoma"/>
                <a:cs typeface="Tahoma"/>
                <a:sym typeface="Tahoma"/>
              </a:rPr>
              <a:t>+1</a:t>
            </a:r>
            <a:endParaRPr sz="27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0" name="Google Shape;230;p16"/>
          <p:cNvSpPr txBox="1"/>
          <p:nvPr/>
        </p:nvSpPr>
        <p:spPr>
          <a:xfrm>
            <a:off x="2972991" y="2294523"/>
            <a:ext cx="455930" cy="436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63DE8"/>
                </a:solidFill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aseline="-25000" lang="en-US" sz="2700">
                <a:solidFill>
                  <a:srgbClr val="063DE8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endParaRPr baseline="-25000" sz="27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1" name="Google Shape;231;p16"/>
          <p:cNvSpPr txBox="1"/>
          <p:nvPr/>
        </p:nvSpPr>
        <p:spPr>
          <a:xfrm>
            <a:off x="2568178" y="2496328"/>
            <a:ext cx="460375" cy="1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4444" lvl="0" marL="38100" marR="30480" rtl="0" algn="l">
              <a:lnSpc>
                <a:spcPct val="134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63DE8"/>
                </a:solidFill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aseline="-25000" lang="en-US" sz="2700">
                <a:solidFill>
                  <a:srgbClr val="063DE8"/>
                </a:solidFill>
                <a:latin typeface="Tahoma"/>
                <a:ea typeface="Tahoma"/>
                <a:cs typeface="Tahoma"/>
                <a:sym typeface="Tahoma"/>
              </a:rPr>
              <a:t>1 </a:t>
            </a:r>
            <a:r>
              <a:rPr lang="en-US" sz="2700">
                <a:solidFill>
                  <a:srgbClr val="063DE8"/>
                </a:solidFill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aseline="-25000" lang="en-US" sz="2700">
                <a:solidFill>
                  <a:srgbClr val="063DE8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aseline="-25000" sz="27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2" name="Google Shape;232;p16"/>
          <p:cNvSpPr txBox="1"/>
          <p:nvPr/>
        </p:nvSpPr>
        <p:spPr>
          <a:xfrm>
            <a:off x="3087291" y="5037598"/>
            <a:ext cx="458470" cy="436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63DE8"/>
                </a:solidFill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aseline="-25000" lang="en-US" sz="2700">
                <a:solidFill>
                  <a:srgbClr val="063DE8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endParaRPr baseline="-25000" sz="27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3" name="Google Shape;233;p16"/>
          <p:cNvSpPr txBox="1"/>
          <p:nvPr/>
        </p:nvSpPr>
        <p:spPr>
          <a:xfrm>
            <a:off x="3749797" y="3410061"/>
            <a:ext cx="215900" cy="785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0">
                <a:latin typeface="Noto Sans Symbols"/>
                <a:ea typeface="Noto Sans Symbols"/>
                <a:cs typeface="Noto Sans Symbols"/>
                <a:sym typeface="Noto Sans Symbols"/>
              </a:rPr>
              <a:t>∑</a:t>
            </a:r>
            <a:endParaRPr sz="49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34" name="Google Shape;234;p16"/>
          <p:cNvGrpSpPr/>
          <p:nvPr/>
        </p:nvGrpSpPr>
        <p:grpSpPr>
          <a:xfrm>
            <a:off x="4577947" y="3429000"/>
            <a:ext cx="1805514" cy="1818339"/>
            <a:chOff x="4577947" y="3429000"/>
            <a:chExt cx="1805514" cy="1818339"/>
          </a:xfrm>
        </p:grpSpPr>
        <p:sp>
          <p:nvSpPr>
            <p:cNvPr id="235" name="Google Shape;235;p16"/>
            <p:cNvSpPr/>
            <p:nvPr/>
          </p:nvSpPr>
          <p:spPr>
            <a:xfrm>
              <a:off x="4884442" y="3429000"/>
              <a:ext cx="306705" cy="0"/>
            </a:xfrm>
            <a:custGeom>
              <a:rect b="b" l="l" r="r" t="t"/>
              <a:pathLst>
                <a:path extrusionOk="0" h="120000" w="306704">
                  <a:moveTo>
                    <a:pt x="306501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6"/>
            <p:cNvSpPr/>
            <p:nvPr/>
          </p:nvSpPr>
          <p:spPr>
            <a:xfrm>
              <a:off x="4884449" y="3429000"/>
              <a:ext cx="0" cy="827405"/>
            </a:xfrm>
            <a:custGeom>
              <a:rect b="b" l="l" r="r" t="t"/>
              <a:pathLst>
                <a:path extrusionOk="0" h="827404" w="120000">
                  <a:moveTo>
                    <a:pt x="0" y="0"/>
                  </a:moveTo>
                  <a:lnTo>
                    <a:pt x="0" y="82682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6"/>
            <p:cNvSpPr/>
            <p:nvPr/>
          </p:nvSpPr>
          <p:spPr>
            <a:xfrm>
              <a:off x="4577947" y="4255816"/>
              <a:ext cx="306705" cy="0"/>
            </a:xfrm>
            <a:custGeom>
              <a:rect b="b" l="l" r="r" t="t"/>
              <a:pathLst>
                <a:path extrusionOk="0" h="120000" w="306704">
                  <a:moveTo>
                    <a:pt x="306501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6"/>
            <p:cNvSpPr/>
            <p:nvPr/>
          </p:nvSpPr>
          <p:spPr>
            <a:xfrm>
              <a:off x="5204266" y="4066239"/>
              <a:ext cx="1179195" cy="1181100"/>
            </a:xfrm>
            <a:custGeom>
              <a:rect b="b" l="l" r="r" t="t"/>
              <a:pathLst>
                <a:path extrusionOk="0" h="1181100" w="1179195">
                  <a:moveTo>
                    <a:pt x="1178674" y="118084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8064A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6"/>
            <p:cNvSpPr/>
            <p:nvPr/>
          </p:nvSpPr>
          <p:spPr>
            <a:xfrm>
              <a:off x="5204270" y="4066240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22364" y="85331"/>
                  </a:moveTo>
                  <a:lnTo>
                    <a:pt x="0" y="0"/>
                  </a:lnTo>
                  <a:lnTo>
                    <a:pt x="85293" y="22529"/>
                  </a:lnTo>
                </a:path>
              </a:pathLst>
            </a:custGeom>
            <a:noFill/>
            <a:ln cap="flat" cmpd="sng" w="19050">
              <a:solidFill>
                <a:srgbClr val="8064A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0" name="Google Shape;240;p16"/>
          <p:cNvSpPr txBox="1"/>
          <p:nvPr/>
        </p:nvSpPr>
        <p:spPr>
          <a:xfrm>
            <a:off x="5582015" y="5233116"/>
            <a:ext cx="1786889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Activation function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6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2" name="Google Shape;242;p16"/>
          <p:cNvSpPr txBox="1"/>
          <p:nvPr>
            <p:ph idx="11" type="ftr"/>
          </p:nvPr>
        </p:nvSpPr>
        <p:spPr>
          <a:xfrm>
            <a:off x="3051752" y="6560763"/>
            <a:ext cx="304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7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800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Perceptron Model</a:t>
            </a:r>
            <a:endParaRPr/>
          </a:p>
        </p:txBody>
      </p:sp>
      <p:pic>
        <p:nvPicPr>
          <p:cNvPr id="248" name="Google Shape;24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4736" y="1699220"/>
            <a:ext cx="6600878" cy="3689118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7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0" name="Google Shape;250;p17"/>
          <p:cNvSpPr txBox="1"/>
          <p:nvPr>
            <p:ph idx="11" type="ftr"/>
          </p:nvPr>
        </p:nvSpPr>
        <p:spPr>
          <a:xfrm>
            <a:off x="3051752" y="6560763"/>
            <a:ext cx="304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990612"/>
            <a:ext cx="6553199" cy="2965174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8"/>
          <p:cNvSpPr txBox="1"/>
          <p:nvPr>
            <p:ph type="title"/>
          </p:nvPr>
        </p:nvSpPr>
        <p:spPr>
          <a:xfrm>
            <a:off x="634111" y="184232"/>
            <a:ext cx="787527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00"/>
                </a:solidFill>
              </a:rPr>
              <a:t>Classification of	AND, OR, NOT Outputs</a:t>
            </a:r>
            <a:endParaRPr sz="3600"/>
          </a:p>
        </p:txBody>
      </p:sp>
      <p:grpSp>
        <p:nvGrpSpPr>
          <p:cNvPr id="257" name="Google Shape;257;p18"/>
          <p:cNvGrpSpPr/>
          <p:nvPr/>
        </p:nvGrpSpPr>
        <p:grpSpPr>
          <a:xfrm>
            <a:off x="1339087" y="4147388"/>
            <a:ext cx="3818318" cy="2491155"/>
            <a:chOff x="1339087" y="4147388"/>
            <a:chExt cx="3818318" cy="2491155"/>
          </a:xfrm>
        </p:grpSpPr>
        <p:pic>
          <p:nvPicPr>
            <p:cNvPr id="258" name="Google Shape;258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39087" y="4147388"/>
              <a:ext cx="3818318" cy="21232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9" name="Google Shape;259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543812" y="4462272"/>
              <a:ext cx="1641347" cy="17190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0" name="Google Shape;260;p18"/>
            <p:cNvSpPr/>
            <p:nvPr/>
          </p:nvSpPr>
          <p:spPr>
            <a:xfrm>
              <a:off x="1600199" y="4495800"/>
              <a:ext cx="1524000" cy="1600200"/>
            </a:xfrm>
            <a:custGeom>
              <a:rect b="b" l="l" r="r" t="t"/>
              <a:pathLst>
                <a:path extrusionOk="0" h="1600200" w="1524000">
                  <a:moveTo>
                    <a:pt x="0" y="0"/>
                  </a:moveTo>
                  <a:lnTo>
                    <a:pt x="1524000" y="1600200"/>
                  </a:lnTo>
                </a:path>
              </a:pathLst>
            </a:custGeom>
            <a:noFill/>
            <a:ln cap="flat" cmpd="sng" w="381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61" name="Google Shape;261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220212" y="4919472"/>
              <a:ext cx="1641347" cy="17190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2" name="Google Shape;262;p18"/>
            <p:cNvSpPr/>
            <p:nvPr/>
          </p:nvSpPr>
          <p:spPr>
            <a:xfrm>
              <a:off x="3276599" y="4953000"/>
              <a:ext cx="1524000" cy="1600200"/>
            </a:xfrm>
            <a:custGeom>
              <a:rect b="b" l="l" r="r" t="t"/>
              <a:pathLst>
                <a:path extrusionOk="0" h="1600200" w="1524000">
                  <a:moveTo>
                    <a:pt x="0" y="0"/>
                  </a:moveTo>
                  <a:lnTo>
                    <a:pt x="1524000" y="1600200"/>
                  </a:lnTo>
                </a:path>
              </a:pathLst>
            </a:custGeom>
            <a:noFill/>
            <a:ln cap="flat" cmpd="sng" w="381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3" name="Google Shape;263;p18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4" name="Google Shape;264;p18"/>
          <p:cNvSpPr txBox="1"/>
          <p:nvPr>
            <p:ph idx="11" type="ftr"/>
          </p:nvPr>
        </p:nvSpPr>
        <p:spPr>
          <a:xfrm>
            <a:off x="3051752" y="6560763"/>
            <a:ext cx="304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9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52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Simple Network – One node</a:t>
            </a:r>
            <a:endParaRPr/>
          </a:p>
        </p:txBody>
      </p:sp>
      <p:pic>
        <p:nvPicPr>
          <p:cNvPr id="270" name="Google Shape;27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7760" y="1333066"/>
            <a:ext cx="6149145" cy="14832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1" name="Google Shape;271;p19"/>
          <p:cNvGrpSpPr/>
          <p:nvPr/>
        </p:nvGrpSpPr>
        <p:grpSpPr>
          <a:xfrm>
            <a:off x="6108700" y="4848669"/>
            <a:ext cx="2827020" cy="735965"/>
            <a:chOff x="6108700" y="4848669"/>
            <a:chExt cx="2827020" cy="735965"/>
          </a:xfrm>
        </p:grpSpPr>
        <p:sp>
          <p:nvSpPr>
            <p:cNvPr id="272" name="Google Shape;272;p19"/>
            <p:cNvSpPr/>
            <p:nvPr/>
          </p:nvSpPr>
          <p:spPr>
            <a:xfrm>
              <a:off x="6108700" y="4848669"/>
              <a:ext cx="2827020" cy="735965"/>
            </a:xfrm>
            <a:custGeom>
              <a:rect b="b" l="l" r="r" t="t"/>
              <a:pathLst>
                <a:path extrusionOk="0" h="735964" w="2827020">
                  <a:moveTo>
                    <a:pt x="2826550" y="0"/>
                  </a:moveTo>
                  <a:lnTo>
                    <a:pt x="0" y="0"/>
                  </a:lnTo>
                  <a:lnTo>
                    <a:pt x="0" y="735812"/>
                  </a:lnTo>
                  <a:lnTo>
                    <a:pt x="2826550" y="735812"/>
                  </a:lnTo>
                  <a:lnTo>
                    <a:pt x="2826550" y="0"/>
                  </a:ln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9"/>
            <p:cNvSpPr/>
            <p:nvPr/>
          </p:nvSpPr>
          <p:spPr>
            <a:xfrm>
              <a:off x="6108700" y="4848669"/>
              <a:ext cx="2827020" cy="735965"/>
            </a:xfrm>
            <a:custGeom>
              <a:rect b="b" l="l" r="r" t="t"/>
              <a:pathLst>
                <a:path extrusionOk="0" h="735964" w="2827020">
                  <a:moveTo>
                    <a:pt x="0" y="0"/>
                  </a:moveTo>
                  <a:lnTo>
                    <a:pt x="2826550" y="0"/>
                  </a:lnTo>
                  <a:lnTo>
                    <a:pt x="2826550" y="735812"/>
                  </a:lnTo>
                  <a:lnTo>
                    <a:pt x="0" y="735812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4" name="Google Shape;274;p19"/>
          <p:cNvSpPr txBox="1"/>
          <p:nvPr/>
        </p:nvSpPr>
        <p:spPr>
          <a:xfrm>
            <a:off x="7233413" y="4794817"/>
            <a:ext cx="1400810" cy="436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1 if </a:t>
            </a:r>
            <a:r>
              <a:rPr lang="en-US" sz="2700"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aseline="-25000" lang="en-US" sz="1800">
                <a:latin typeface="Tahoma"/>
                <a:ea typeface="Tahoma"/>
                <a:cs typeface="Tahoma"/>
                <a:sym typeface="Tahoma"/>
              </a:rPr>
              <a:t>i</a:t>
            </a: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aseline="-25000" lang="en-US" sz="1800">
                <a:latin typeface="Tahoma"/>
                <a:ea typeface="Tahoma"/>
                <a:cs typeface="Tahoma"/>
                <a:sym typeface="Tahoma"/>
              </a:rPr>
              <a:t>i </a:t>
            </a: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&gt;t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5" name="Google Shape;275;p19"/>
          <p:cNvSpPr txBox="1"/>
          <p:nvPr/>
        </p:nvSpPr>
        <p:spPr>
          <a:xfrm>
            <a:off x="6187441" y="5085825"/>
            <a:ext cx="8375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output=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6" name="Google Shape;276;p19"/>
          <p:cNvSpPr txBox="1"/>
          <p:nvPr/>
        </p:nvSpPr>
        <p:spPr>
          <a:xfrm>
            <a:off x="7187109" y="5242873"/>
            <a:ext cx="11963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0 otherwise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7" name="Google Shape;277;p19"/>
          <p:cNvSpPr txBox="1"/>
          <p:nvPr/>
        </p:nvSpPr>
        <p:spPr>
          <a:xfrm>
            <a:off x="6987540" y="4907212"/>
            <a:ext cx="23241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Tahoma"/>
                <a:ea typeface="Tahoma"/>
                <a:cs typeface="Tahoma"/>
                <a:sym typeface="Tahoma"/>
              </a:rPr>
              <a:t>{</a:t>
            </a:r>
            <a:endParaRPr sz="3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8" name="Google Shape;278;p19"/>
          <p:cNvSpPr txBox="1"/>
          <p:nvPr/>
        </p:nvSpPr>
        <p:spPr>
          <a:xfrm>
            <a:off x="7330440" y="5125859"/>
            <a:ext cx="25527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i=0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9" name="Google Shape;279;p19"/>
          <p:cNvSpPr/>
          <p:nvPr/>
        </p:nvSpPr>
        <p:spPr>
          <a:xfrm>
            <a:off x="4205287" y="4773960"/>
            <a:ext cx="1228725" cy="433705"/>
          </a:xfrm>
          <a:custGeom>
            <a:rect b="b" l="l" r="r" t="t"/>
            <a:pathLst>
              <a:path extrusionOk="0" h="433704" w="1228725">
                <a:moveTo>
                  <a:pt x="0" y="216662"/>
                </a:moveTo>
                <a:lnTo>
                  <a:pt x="14169" y="170182"/>
                </a:lnTo>
                <a:lnTo>
                  <a:pt x="54681" y="127177"/>
                </a:lnTo>
                <a:lnTo>
                  <a:pt x="118535" y="88704"/>
                </a:lnTo>
                <a:lnTo>
                  <a:pt x="158279" y="71497"/>
                </a:lnTo>
                <a:lnTo>
                  <a:pt x="202734" y="55819"/>
                </a:lnTo>
                <a:lnTo>
                  <a:pt x="251526" y="41803"/>
                </a:lnTo>
                <a:lnTo>
                  <a:pt x="304280" y="29580"/>
                </a:lnTo>
                <a:lnTo>
                  <a:pt x="360621" y="19284"/>
                </a:lnTo>
                <a:lnTo>
                  <a:pt x="420175" y="11045"/>
                </a:lnTo>
                <a:lnTo>
                  <a:pt x="482566" y="4997"/>
                </a:lnTo>
                <a:lnTo>
                  <a:pt x="547420" y="1271"/>
                </a:lnTo>
                <a:lnTo>
                  <a:pt x="614362" y="0"/>
                </a:lnTo>
                <a:lnTo>
                  <a:pt x="681304" y="1271"/>
                </a:lnTo>
                <a:lnTo>
                  <a:pt x="746158" y="4997"/>
                </a:lnTo>
                <a:lnTo>
                  <a:pt x="808549" y="11045"/>
                </a:lnTo>
                <a:lnTo>
                  <a:pt x="868103" y="19284"/>
                </a:lnTo>
                <a:lnTo>
                  <a:pt x="924444" y="29580"/>
                </a:lnTo>
                <a:lnTo>
                  <a:pt x="977198" y="41803"/>
                </a:lnTo>
                <a:lnTo>
                  <a:pt x="1025990" y="55819"/>
                </a:lnTo>
                <a:lnTo>
                  <a:pt x="1070445" y="71497"/>
                </a:lnTo>
                <a:lnTo>
                  <a:pt x="1110189" y="88704"/>
                </a:lnTo>
                <a:lnTo>
                  <a:pt x="1144847" y="107308"/>
                </a:lnTo>
                <a:lnTo>
                  <a:pt x="1197404" y="148179"/>
                </a:lnTo>
                <a:lnTo>
                  <a:pt x="1225120" y="193054"/>
                </a:lnTo>
                <a:lnTo>
                  <a:pt x="1228725" y="216662"/>
                </a:lnTo>
                <a:lnTo>
                  <a:pt x="1225120" y="240269"/>
                </a:lnTo>
                <a:lnTo>
                  <a:pt x="1197404" y="285144"/>
                </a:lnTo>
                <a:lnTo>
                  <a:pt x="1144847" y="326015"/>
                </a:lnTo>
                <a:lnTo>
                  <a:pt x="1110189" y="344619"/>
                </a:lnTo>
                <a:lnTo>
                  <a:pt x="1070445" y="361826"/>
                </a:lnTo>
                <a:lnTo>
                  <a:pt x="1025990" y="377504"/>
                </a:lnTo>
                <a:lnTo>
                  <a:pt x="977198" y="391520"/>
                </a:lnTo>
                <a:lnTo>
                  <a:pt x="924444" y="403743"/>
                </a:lnTo>
                <a:lnTo>
                  <a:pt x="868103" y="414039"/>
                </a:lnTo>
                <a:lnTo>
                  <a:pt x="808549" y="422278"/>
                </a:lnTo>
                <a:lnTo>
                  <a:pt x="746158" y="428326"/>
                </a:lnTo>
                <a:lnTo>
                  <a:pt x="681304" y="432052"/>
                </a:lnTo>
                <a:lnTo>
                  <a:pt x="614362" y="433324"/>
                </a:lnTo>
                <a:lnTo>
                  <a:pt x="547420" y="432052"/>
                </a:lnTo>
                <a:lnTo>
                  <a:pt x="482566" y="428326"/>
                </a:lnTo>
                <a:lnTo>
                  <a:pt x="420175" y="422278"/>
                </a:lnTo>
                <a:lnTo>
                  <a:pt x="360621" y="414039"/>
                </a:lnTo>
                <a:lnTo>
                  <a:pt x="304280" y="403743"/>
                </a:lnTo>
                <a:lnTo>
                  <a:pt x="251526" y="391520"/>
                </a:lnTo>
                <a:lnTo>
                  <a:pt x="202734" y="377504"/>
                </a:lnTo>
                <a:lnTo>
                  <a:pt x="158279" y="361826"/>
                </a:lnTo>
                <a:lnTo>
                  <a:pt x="118535" y="344619"/>
                </a:lnTo>
                <a:lnTo>
                  <a:pt x="83877" y="326015"/>
                </a:lnTo>
                <a:lnTo>
                  <a:pt x="31320" y="285144"/>
                </a:lnTo>
                <a:lnTo>
                  <a:pt x="3604" y="240269"/>
                </a:lnTo>
                <a:lnTo>
                  <a:pt x="0" y="216662"/>
                </a:lnTo>
                <a:close/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9"/>
          <p:cNvSpPr txBox="1"/>
          <p:nvPr/>
        </p:nvSpPr>
        <p:spPr>
          <a:xfrm>
            <a:off x="4513587" y="4936802"/>
            <a:ext cx="610235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D60093"/>
                </a:solidFill>
                <a:latin typeface="Tahoma"/>
                <a:ea typeface="Tahoma"/>
                <a:cs typeface="Tahoma"/>
                <a:sym typeface="Tahoma"/>
              </a:rPr>
              <a:t>t = 0.0</a:t>
            </a:r>
            <a:endParaRPr sz="135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81" name="Google Shape;281;p19"/>
          <p:cNvGrpSpPr/>
          <p:nvPr/>
        </p:nvGrpSpPr>
        <p:grpSpPr>
          <a:xfrm>
            <a:off x="2228850" y="4000497"/>
            <a:ext cx="2217008" cy="1886336"/>
            <a:chOff x="2228850" y="4000497"/>
            <a:chExt cx="2217008" cy="1886336"/>
          </a:xfrm>
        </p:grpSpPr>
        <p:sp>
          <p:nvSpPr>
            <p:cNvPr id="282" name="Google Shape;282;p19"/>
            <p:cNvSpPr/>
            <p:nvPr/>
          </p:nvSpPr>
          <p:spPr>
            <a:xfrm>
              <a:off x="2282427" y="5453128"/>
              <a:ext cx="1228725" cy="433705"/>
            </a:xfrm>
            <a:custGeom>
              <a:rect b="b" l="l" r="r" t="t"/>
              <a:pathLst>
                <a:path extrusionOk="0" h="433704" w="1228725">
                  <a:moveTo>
                    <a:pt x="0" y="216662"/>
                  </a:moveTo>
                  <a:lnTo>
                    <a:pt x="14169" y="170182"/>
                  </a:lnTo>
                  <a:lnTo>
                    <a:pt x="54681" y="127177"/>
                  </a:lnTo>
                  <a:lnTo>
                    <a:pt x="118535" y="88704"/>
                  </a:lnTo>
                  <a:lnTo>
                    <a:pt x="158279" y="71497"/>
                  </a:lnTo>
                  <a:lnTo>
                    <a:pt x="202734" y="55819"/>
                  </a:lnTo>
                  <a:lnTo>
                    <a:pt x="251526" y="41803"/>
                  </a:lnTo>
                  <a:lnTo>
                    <a:pt x="304280" y="29580"/>
                  </a:lnTo>
                  <a:lnTo>
                    <a:pt x="360621" y="19284"/>
                  </a:lnTo>
                  <a:lnTo>
                    <a:pt x="420175" y="11045"/>
                  </a:lnTo>
                  <a:lnTo>
                    <a:pt x="482566" y="4997"/>
                  </a:lnTo>
                  <a:lnTo>
                    <a:pt x="547420" y="1271"/>
                  </a:lnTo>
                  <a:lnTo>
                    <a:pt x="614362" y="0"/>
                  </a:lnTo>
                  <a:lnTo>
                    <a:pt x="681304" y="1271"/>
                  </a:lnTo>
                  <a:lnTo>
                    <a:pt x="746158" y="4997"/>
                  </a:lnTo>
                  <a:lnTo>
                    <a:pt x="808549" y="11045"/>
                  </a:lnTo>
                  <a:lnTo>
                    <a:pt x="868103" y="19284"/>
                  </a:lnTo>
                  <a:lnTo>
                    <a:pt x="924444" y="29580"/>
                  </a:lnTo>
                  <a:lnTo>
                    <a:pt x="977198" y="41803"/>
                  </a:lnTo>
                  <a:lnTo>
                    <a:pt x="1025990" y="55819"/>
                  </a:lnTo>
                  <a:lnTo>
                    <a:pt x="1070445" y="71497"/>
                  </a:lnTo>
                  <a:lnTo>
                    <a:pt x="1110189" y="88704"/>
                  </a:lnTo>
                  <a:lnTo>
                    <a:pt x="1144847" y="107308"/>
                  </a:lnTo>
                  <a:lnTo>
                    <a:pt x="1197404" y="148179"/>
                  </a:lnTo>
                  <a:lnTo>
                    <a:pt x="1225120" y="193054"/>
                  </a:lnTo>
                  <a:lnTo>
                    <a:pt x="1228725" y="216662"/>
                  </a:lnTo>
                  <a:lnTo>
                    <a:pt x="1225120" y="240269"/>
                  </a:lnTo>
                  <a:lnTo>
                    <a:pt x="1197404" y="285144"/>
                  </a:lnTo>
                  <a:lnTo>
                    <a:pt x="1144847" y="326015"/>
                  </a:lnTo>
                  <a:lnTo>
                    <a:pt x="1110189" y="344619"/>
                  </a:lnTo>
                  <a:lnTo>
                    <a:pt x="1070445" y="361826"/>
                  </a:lnTo>
                  <a:lnTo>
                    <a:pt x="1025990" y="377504"/>
                  </a:lnTo>
                  <a:lnTo>
                    <a:pt x="977198" y="391520"/>
                  </a:lnTo>
                  <a:lnTo>
                    <a:pt x="924444" y="403743"/>
                  </a:lnTo>
                  <a:lnTo>
                    <a:pt x="868103" y="414039"/>
                  </a:lnTo>
                  <a:lnTo>
                    <a:pt x="808549" y="422278"/>
                  </a:lnTo>
                  <a:lnTo>
                    <a:pt x="746158" y="428326"/>
                  </a:lnTo>
                  <a:lnTo>
                    <a:pt x="681304" y="432052"/>
                  </a:lnTo>
                  <a:lnTo>
                    <a:pt x="614362" y="433324"/>
                  </a:lnTo>
                  <a:lnTo>
                    <a:pt x="547420" y="432052"/>
                  </a:lnTo>
                  <a:lnTo>
                    <a:pt x="482566" y="428326"/>
                  </a:lnTo>
                  <a:lnTo>
                    <a:pt x="420175" y="422278"/>
                  </a:lnTo>
                  <a:lnTo>
                    <a:pt x="360621" y="414039"/>
                  </a:lnTo>
                  <a:lnTo>
                    <a:pt x="304280" y="403743"/>
                  </a:lnTo>
                  <a:lnTo>
                    <a:pt x="251526" y="391520"/>
                  </a:lnTo>
                  <a:lnTo>
                    <a:pt x="202734" y="377504"/>
                  </a:lnTo>
                  <a:lnTo>
                    <a:pt x="158279" y="361826"/>
                  </a:lnTo>
                  <a:lnTo>
                    <a:pt x="118535" y="344619"/>
                  </a:lnTo>
                  <a:lnTo>
                    <a:pt x="83877" y="326015"/>
                  </a:lnTo>
                  <a:lnTo>
                    <a:pt x="31320" y="285144"/>
                  </a:lnTo>
                  <a:lnTo>
                    <a:pt x="3604" y="240269"/>
                  </a:lnTo>
                  <a:lnTo>
                    <a:pt x="0" y="216662"/>
                  </a:lnTo>
                  <a:close/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9"/>
            <p:cNvSpPr/>
            <p:nvPr/>
          </p:nvSpPr>
          <p:spPr>
            <a:xfrm>
              <a:off x="2241947" y="4726812"/>
              <a:ext cx="1228725" cy="433705"/>
            </a:xfrm>
            <a:custGeom>
              <a:rect b="b" l="l" r="r" t="t"/>
              <a:pathLst>
                <a:path extrusionOk="0" h="433704" w="1228725">
                  <a:moveTo>
                    <a:pt x="0" y="216662"/>
                  </a:moveTo>
                  <a:lnTo>
                    <a:pt x="14169" y="170182"/>
                  </a:lnTo>
                  <a:lnTo>
                    <a:pt x="54681" y="127177"/>
                  </a:lnTo>
                  <a:lnTo>
                    <a:pt x="118535" y="88704"/>
                  </a:lnTo>
                  <a:lnTo>
                    <a:pt x="158279" y="71497"/>
                  </a:lnTo>
                  <a:lnTo>
                    <a:pt x="202734" y="55819"/>
                  </a:lnTo>
                  <a:lnTo>
                    <a:pt x="251526" y="41803"/>
                  </a:lnTo>
                  <a:lnTo>
                    <a:pt x="304280" y="29580"/>
                  </a:lnTo>
                  <a:lnTo>
                    <a:pt x="360621" y="19284"/>
                  </a:lnTo>
                  <a:lnTo>
                    <a:pt x="420175" y="11045"/>
                  </a:lnTo>
                  <a:lnTo>
                    <a:pt x="482566" y="4997"/>
                  </a:lnTo>
                  <a:lnTo>
                    <a:pt x="547420" y="1271"/>
                  </a:lnTo>
                  <a:lnTo>
                    <a:pt x="614362" y="0"/>
                  </a:lnTo>
                  <a:lnTo>
                    <a:pt x="681304" y="1271"/>
                  </a:lnTo>
                  <a:lnTo>
                    <a:pt x="746158" y="4997"/>
                  </a:lnTo>
                  <a:lnTo>
                    <a:pt x="808549" y="11045"/>
                  </a:lnTo>
                  <a:lnTo>
                    <a:pt x="868103" y="19284"/>
                  </a:lnTo>
                  <a:lnTo>
                    <a:pt x="924444" y="29580"/>
                  </a:lnTo>
                  <a:lnTo>
                    <a:pt x="977198" y="41803"/>
                  </a:lnTo>
                  <a:lnTo>
                    <a:pt x="1025990" y="55819"/>
                  </a:lnTo>
                  <a:lnTo>
                    <a:pt x="1070445" y="71497"/>
                  </a:lnTo>
                  <a:lnTo>
                    <a:pt x="1110189" y="88704"/>
                  </a:lnTo>
                  <a:lnTo>
                    <a:pt x="1144847" y="107308"/>
                  </a:lnTo>
                  <a:lnTo>
                    <a:pt x="1197404" y="148179"/>
                  </a:lnTo>
                  <a:lnTo>
                    <a:pt x="1225120" y="193054"/>
                  </a:lnTo>
                  <a:lnTo>
                    <a:pt x="1228725" y="216662"/>
                  </a:lnTo>
                  <a:lnTo>
                    <a:pt x="1225120" y="240269"/>
                  </a:lnTo>
                  <a:lnTo>
                    <a:pt x="1197404" y="285144"/>
                  </a:lnTo>
                  <a:lnTo>
                    <a:pt x="1144847" y="326015"/>
                  </a:lnTo>
                  <a:lnTo>
                    <a:pt x="1110189" y="344619"/>
                  </a:lnTo>
                  <a:lnTo>
                    <a:pt x="1070445" y="361826"/>
                  </a:lnTo>
                  <a:lnTo>
                    <a:pt x="1025990" y="377504"/>
                  </a:lnTo>
                  <a:lnTo>
                    <a:pt x="977198" y="391520"/>
                  </a:lnTo>
                  <a:lnTo>
                    <a:pt x="924444" y="403743"/>
                  </a:lnTo>
                  <a:lnTo>
                    <a:pt x="868103" y="414039"/>
                  </a:lnTo>
                  <a:lnTo>
                    <a:pt x="808549" y="422278"/>
                  </a:lnTo>
                  <a:lnTo>
                    <a:pt x="746158" y="428326"/>
                  </a:lnTo>
                  <a:lnTo>
                    <a:pt x="681304" y="432052"/>
                  </a:lnTo>
                  <a:lnTo>
                    <a:pt x="614362" y="433324"/>
                  </a:lnTo>
                  <a:lnTo>
                    <a:pt x="547420" y="432052"/>
                  </a:lnTo>
                  <a:lnTo>
                    <a:pt x="482566" y="428326"/>
                  </a:lnTo>
                  <a:lnTo>
                    <a:pt x="420175" y="422278"/>
                  </a:lnTo>
                  <a:lnTo>
                    <a:pt x="360621" y="414039"/>
                  </a:lnTo>
                  <a:lnTo>
                    <a:pt x="304280" y="403743"/>
                  </a:lnTo>
                  <a:lnTo>
                    <a:pt x="251526" y="391520"/>
                  </a:lnTo>
                  <a:lnTo>
                    <a:pt x="202734" y="377504"/>
                  </a:lnTo>
                  <a:lnTo>
                    <a:pt x="158279" y="361826"/>
                  </a:lnTo>
                  <a:lnTo>
                    <a:pt x="118535" y="344619"/>
                  </a:lnTo>
                  <a:lnTo>
                    <a:pt x="83877" y="326015"/>
                  </a:lnTo>
                  <a:lnTo>
                    <a:pt x="31320" y="285144"/>
                  </a:lnTo>
                  <a:lnTo>
                    <a:pt x="3604" y="240269"/>
                  </a:lnTo>
                  <a:lnTo>
                    <a:pt x="0" y="216662"/>
                  </a:lnTo>
                  <a:close/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9"/>
            <p:cNvSpPr/>
            <p:nvPr/>
          </p:nvSpPr>
          <p:spPr>
            <a:xfrm>
              <a:off x="2228850" y="4000497"/>
              <a:ext cx="1228725" cy="433705"/>
            </a:xfrm>
            <a:custGeom>
              <a:rect b="b" l="l" r="r" t="t"/>
              <a:pathLst>
                <a:path extrusionOk="0" h="433704" w="1228725">
                  <a:moveTo>
                    <a:pt x="0" y="216662"/>
                  </a:moveTo>
                  <a:lnTo>
                    <a:pt x="14169" y="170182"/>
                  </a:lnTo>
                  <a:lnTo>
                    <a:pt x="54681" y="127177"/>
                  </a:lnTo>
                  <a:lnTo>
                    <a:pt x="118535" y="88704"/>
                  </a:lnTo>
                  <a:lnTo>
                    <a:pt x="158279" y="71497"/>
                  </a:lnTo>
                  <a:lnTo>
                    <a:pt x="202734" y="55819"/>
                  </a:lnTo>
                  <a:lnTo>
                    <a:pt x="251526" y="41803"/>
                  </a:lnTo>
                  <a:lnTo>
                    <a:pt x="304280" y="29580"/>
                  </a:lnTo>
                  <a:lnTo>
                    <a:pt x="360621" y="19284"/>
                  </a:lnTo>
                  <a:lnTo>
                    <a:pt x="420175" y="11045"/>
                  </a:lnTo>
                  <a:lnTo>
                    <a:pt x="482566" y="4997"/>
                  </a:lnTo>
                  <a:lnTo>
                    <a:pt x="547420" y="1271"/>
                  </a:lnTo>
                  <a:lnTo>
                    <a:pt x="614362" y="0"/>
                  </a:lnTo>
                  <a:lnTo>
                    <a:pt x="681304" y="1271"/>
                  </a:lnTo>
                  <a:lnTo>
                    <a:pt x="746158" y="4997"/>
                  </a:lnTo>
                  <a:lnTo>
                    <a:pt x="808549" y="11045"/>
                  </a:lnTo>
                  <a:lnTo>
                    <a:pt x="868103" y="19284"/>
                  </a:lnTo>
                  <a:lnTo>
                    <a:pt x="924444" y="29580"/>
                  </a:lnTo>
                  <a:lnTo>
                    <a:pt x="977198" y="41803"/>
                  </a:lnTo>
                  <a:lnTo>
                    <a:pt x="1025990" y="55819"/>
                  </a:lnTo>
                  <a:lnTo>
                    <a:pt x="1070445" y="71497"/>
                  </a:lnTo>
                  <a:lnTo>
                    <a:pt x="1110189" y="88704"/>
                  </a:lnTo>
                  <a:lnTo>
                    <a:pt x="1144847" y="107308"/>
                  </a:lnTo>
                  <a:lnTo>
                    <a:pt x="1197404" y="148179"/>
                  </a:lnTo>
                  <a:lnTo>
                    <a:pt x="1225120" y="193054"/>
                  </a:lnTo>
                  <a:lnTo>
                    <a:pt x="1228725" y="216662"/>
                  </a:lnTo>
                  <a:lnTo>
                    <a:pt x="1225120" y="240269"/>
                  </a:lnTo>
                  <a:lnTo>
                    <a:pt x="1197404" y="285144"/>
                  </a:lnTo>
                  <a:lnTo>
                    <a:pt x="1144847" y="326015"/>
                  </a:lnTo>
                  <a:lnTo>
                    <a:pt x="1110189" y="344619"/>
                  </a:lnTo>
                  <a:lnTo>
                    <a:pt x="1070445" y="361826"/>
                  </a:lnTo>
                  <a:lnTo>
                    <a:pt x="1025990" y="377504"/>
                  </a:lnTo>
                  <a:lnTo>
                    <a:pt x="977198" y="391520"/>
                  </a:lnTo>
                  <a:lnTo>
                    <a:pt x="924444" y="403743"/>
                  </a:lnTo>
                  <a:lnTo>
                    <a:pt x="868103" y="414039"/>
                  </a:lnTo>
                  <a:lnTo>
                    <a:pt x="808549" y="422278"/>
                  </a:lnTo>
                  <a:lnTo>
                    <a:pt x="746158" y="428326"/>
                  </a:lnTo>
                  <a:lnTo>
                    <a:pt x="681304" y="432052"/>
                  </a:lnTo>
                  <a:lnTo>
                    <a:pt x="614362" y="433324"/>
                  </a:lnTo>
                  <a:lnTo>
                    <a:pt x="547420" y="432052"/>
                  </a:lnTo>
                  <a:lnTo>
                    <a:pt x="482566" y="428326"/>
                  </a:lnTo>
                  <a:lnTo>
                    <a:pt x="420175" y="422278"/>
                  </a:lnTo>
                  <a:lnTo>
                    <a:pt x="360621" y="414039"/>
                  </a:lnTo>
                  <a:lnTo>
                    <a:pt x="304280" y="403743"/>
                  </a:lnTo>
                  <a:lnTo>
                    <a:pt x="251526" y="391520"/>
                  </a:lnTo>
                  <a:lnTo>
                    <a:pt x="202734" y="377504"/>
                  </a:lnTo>
                  <a:lnTo>
                    <a:pt x="158279" y="361826"/>
                  </a:lnTo>
                  <a:lnTo>
                    <a:pt x="118535" y="344619"/>
                  </a:lnTo>
                  <a:lnTo>
                    <a:pt x="83877" y="326015"/>
                  </a:lnTo>
                  <a:lnTo>
                    <a:pt x="31320" y="285144"/>
                  </a:lnTo>
                  <a:lnTo>
                    <a:pt x="3604" y="240269"/>
                  </a:lnTo>
                  <a:lnTo>
                    <a:pt x="0" y="216662"/>
                  </a:lnTo>
                  <a:close/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9"/>
            <p:cNvSpPr/>
            <p:nvPr/>
          </p:nvSpPr>
          <p:spPr>
            <a:xfrm>
              <a:off x="3457575" y="4217159"/>
              <a:ext cx="888365" cy="584200"/>
            </a:xfrm>
            <a:custGeom>
              <a:rect b="b" l="l" r="r" t="t"/>
              <a:pathLst>
                <a:path extrusionOk="0" h="584200" w="888364">
                  <a:moveTo>
                    <a:pt x="0" y="0"/>
                  </a:moveTo>
                  <a:lnTo>
                    <a:pt x="888047" y="583793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9"/>
            <p:cNvSpPr/>
            <p:nvPr/>
          </p:nvSpPr>
          <p:spPr>
            <a:xfrm>
              <a:off x="4310138" y="4757287"/>
              <a:ext cx="95250" cy="83185"/>
            </a:xfrm>
            <a:custGeom>
              <a:rect b="b" l="l" r="r" t="t"/>
              <a:pathLst>
                <a:path extrusionOk="0" h="83185" w="95250">
                  <a:moveTo>
                    <a:pt x="47091" y="0"/>
                  </a:moveTo>
                  <a:lnTo>
                    <a:pt x="0" y="71627"/>
                  </a:lnTo>
                  <a:lnTo>
                    <a:pt x="95173" y="82905"/>
                  </a:lnTo>
                  <a:lnTo>
                    <a:pt x="4709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9"/>
            <p:cNvSpPr/>
            <p:nvPr/>
          </p:nvSpPr>
          <p:spPr>
            <a:xfrm>
              <a:off x="3457575" y="4952456"/>
              <a:ext cx="702945" cy="0"/>
            </a:xfrm>
            <a:custGeom>
              <a:rect b="b" l="l" r="r" t="t"/>
              <a:pathLst>
                <a:path extrusionOk="0" h="120000" w="702945">
                  <a:moveTo>
                    <a:pt x="0" y="0"/>
                  </a:moveTo>
                  <a:lnTo>
                    <a:pt x="702462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9"/>
            <p:cNvSpPr/>
            <p:nvPr/>
          </p:nvSpPr>
          <p:spPr>
            <a:xfrm>
              <a:off x="4145758" y="4909589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0" y="0"/>
                  </a:moveTo>
                  <a:lnTo>
                    <a:pt x="0" y="85724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9"/>
            <p:cNvSpPr/>
            <p:nvPr/>
          </p:nvSpPr>
          <p:spPr>
            <a:xfrm>
              <a:off x="3511152" y="5193329"/>
              <a:ext cx="871855" cy="457834"/>
            </a:xfrm>
            <a:custGeom>
              <a:rect b="b" l="l" r="r" t="t"/>
              <a:pathLst>
                <a:path extrusionOk="0" h="457835" w="871854">
                  <a:moveTo>
                    <a:pt x="0" y="457377"/>
                  </a:moveTo>
                  <a:lnTo>
                    <a:pt x="871385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4349973" y="5160130"/>
              <a:ext cx="95885" cy="78105"/>
            </a:xfrm>
            <a:custGeom>
              <a:rect b="b" l="l" r="r" t="t"/>
              <a:pathLst>
                <a:path extrusionOk="0" h="78104" w="95885">
                  <a:moveTo>
                    <a:pt x="95821" y="0"/>
                  </a:moveTo>
                  <a:lnTo>
                    <a:pt x="0" y="1892"/>
                  </a:lnTo>
                  <a:lnTo>
                    <a:pt x="39839" y="77800"/>
                  </a:lnTo>
                  <a:lnTo>
                    <a:pt x="9582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1" name="Google Shape;291;p19"/>
          <p:cNvSpPr txBox="1"/>
          <p:nvPr/>
        </p:nvSpPr>
        <p:spPr>
          <a:xfrm>
            <a:off x="2824607" y="5611397"/>
            <a:ext cx="111760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p19"/>
          <p:cNvSpPr txBox="1"/>
          <p:nvPr/>
        </p:nvSpPr>
        <p:spPr>
          <a:xfrm>
            <a:off x="2909951" y="5710457"/>
            <a:ext cx="8255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p19"/>
          <p:cNvSpPr txBox="1"/>
          <p:nvPr/>
        </p:nvSpPr>
        <p:spPr>
          <a:xfrm>
            <a:off x="2730253" y="4871693"/>
            <a:ext cx="252729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39933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1" baseline="-25000" lang="en-US" sz="1350">
                <a:solidFill>
                  <a:srgbClr val="339933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aseline="-25000" sz="13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4" name="Google Shape;294;p19"/>
          <p:cNvSpPr txBox="1"/>
          <p:nvPr/>
        </p:nvSpPr>
        <p:spPr>
          <a:xfrm>
            <a:off x="3950601" y="4261358"/>
            <a:ext cx="763905" cy="20764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="1" baseline="-25000" lang="en-US" sz="1350">
                <a:latin typeface="Tahoma"/>
                <a:ea typeface="Tahoma"/>
                <a:cs typeface="Tahoma"/>
                <a:sym typeface="Tahoma"/>
              </a:rPr>
              <a:t>1 </a:t>
            </a: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= 1.5</a:t>
            </a:r>
            <a:endParaRPr sz="13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5" name="Google Shape;295;p19"/>
          <p:cNvSpPr txBox="1"/>
          <p:nvPr/>
        </p:nvSpPr>
        <p:spPr>
          <a:xfrm>
            <a:off x="3855556" y="5499258"/>
            <a:ext cx="676910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="1" baseline="-25000" lang="en-US" sz="1350">
                <a:latin typeface="Tahoma"/>
                <a:ea typeface="Tahoma"/>
                <a:cs typeface="Tahoma"/>
                <a:sym typeface="Tahoma"/>
              </a:rPr>
              <a:t>3 </a:t>
            </a: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= 1</a:t>
            </a:r>
            <a:endParaRPr sz="135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96" name="Google Shape;296;p19"/>
          <p:cNvGrpSpPr/>
          <p:nvPr/>
        </p:nvGrpSpPr>
        <p:grpSpPr>
          <a:xfrm>
            <a:off x="1685544" y="3639311"/>
            <a:ext cx="4829558" cy="1394172"/>
            <a:chOff x="1685544" y="3639311"/>
            <a:chExt cx="4829558" cy="1394172"/>
          </a:xfrm>
        </p:grpSpPr>
        <p:sp>
          <p:nvSpPr>
            <p:cNvPr id="297" name="Google Shape;297;p19"/>
            <p:cNvSpPr/>
            <p:nvPr/>
          </p:nvSpPr>
          <p:spPr>
            <a:xfrm>
              <a:off x="5434012" y="4990623"/>
              <a:ext cx="1009650" cy="0"/>
            </a:xfrm>
            <a:custGeom>
              <a:rect b="b" l="l" r="r" t="t"/>
              <a:pathLst>
                <a:path extrusionOk="0" h="120000" w="1009650">
                  <a:moveTo>
                    <a:pt x="0" y="0"/>
                  </a:moveTo>
                  <a:lnTo>
                    <a:pt x="100965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9"/>
            <p:cNvSpPr/>
            <p:nvPr/>
          </p:nvSpPr>
          <p:spPr>
            <a:xfrm>
              <a:off x="6429377" y="4947758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0" y="0"/>
                  </a:moveTo>
                  <a:lnTo>
                    <a:pt x="0" y="85724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99" name="Google Shape;299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85544" y="3639311"/>
              <a:ext cx="2132075" cy="431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19"/>
          <p:cNvSpPr txBox="1"/>
          <p:nvPr/>
        </p:nvSpPr>
        <p:spPr>
          <a:xfrm>
            <a:off x="2736825" y="4145377"/>
            <a:ext cx="210185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-1</a:t>
            </a:r>
            <a:endParaRPr sz="13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1" name="Google Shape;301;p19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2" name="Google Shape;302;p19"/>
          <p:cNvSpPr txBox="1"/>
          <p:nvPr/>
        </p:nvSpPr>
        <p:spPr>
          <a:xfrm>
            <a:off x="1793239" y="3678428"/>
            <a:ext cx="189992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C0066"/>
                </a:solidFill>
                <a:latin typeface="Calibri"/>
                <a:ea typeface="Calibri"/>
                <a:cs typeface="Calibri"/>
                <a:sym typeface="Calibri"/>
              </a:rPr>
              <a:t>AND with a Biased input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9"/>
          <p:cNvSpPr txBox="1"/>
          <p:nvPr/>
        </p:nvSpPr>
        <p:spPr>
          <a:xfrm>
            <a:off x="3520440" y="4958300"/>
            <a:ext cx="676910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="1" baseline="-25000" lang="en-US" sz="1350">
                <a:latin typeface="Tahoma"/>
                <a:ea typeface="Tahoma"/>
                <a:cs typeface="Tahoma"/>
                <a:sym typeface="Tahoma"/>
              </a:rPr>
              <a:t>2 </a:t>
            </a: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= 1</a:t>
            </a:r>
            <a:endParaRPr sz="13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4" name="Google Shape;304;p19"/>
          <p:cNvSpPr txBox="1"/>
          <p:nvPr/>
        </p:nvSpPr>
        <p:spPr>
          <a:xfrm>
            <a:off x="6593840" y="3506402"/>
            <a:ext cx="2080260" cy="683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3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50"/>
              <a:buFont typeface="Noto Sans Symbols"/>
              <a:buChar char="▪"/>
            </a:pPr>
            <a:r>
              <a:rPr lang="en-US" sz="1800">
                <a:solidFill>
                  <a:srgbClr val="3E3E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 - weight value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rgbClr val="FF0000"/>
              </a:buClr>
              <a:buSzPts val="1450"/>
              <a:buFont typeface="Noto Sans Symbols"/>
              <a:buChar char="▪"/>
            </a:pPr>
            <a:r>
              <a:rPr lang="en-US" sz="1800">
                <a:solidFill>
                  <a:srgbClr val="3E3E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- threshold value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p19"/>
          <p:cNvSpPr txBox="1"/>
          <p:nvPr>
            <p:ph idx="11" type="ftr"/>
          </p:nvPr>
        </p:nvSpPr>
        <p:spPr>
          <a:xfrm>
            <a:off x="3051752" y="6560763"/>
            <a:ext cx="304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0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52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Simple Network – One node</a:t>
            </a:r>
            <a:endParaRPr/>
          </a:p>
        </p:txBody>
      </p:sp>
      <p:pic>
        <p:nvPicPr>
          <p:cNvPr id="311" name="Google Shape;31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7760" y="1333066"/>
            <a:ext cx="6149145" cy="14832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" name="Google Shape;312;p20"/>
          <p:cNvGrpSpPr/>
          <p:nvPr/>
        </p:nvGrpSpPr>
        <p:grpSpPr>
          <a:xfrm>
            <a:off x="6108700" y="4848669"/>
            <a:ext cx="2827020" cy="735965"/>
            <a:chOff x="6108700" y="4848669"/>
            <a:chExt cx="2827020" cy="735965"/>
          </a:xfrm>
        </p:grpSpPr>
        <p:sp>
          <p:nvSpPr>
            <p:cNvPr id="313" name="Google Shape;313;p20"/>
            <p:cNvSpPr/>
            <p:nvPr/>
          </p:nvSpPr>
          <p:spPr>
            <a:xfrm>
              <a:off x="6108700" y="4848669"/>
              <a:ext cx="2827020" cy="735965"/>
            </a:xfrm>
            <a:custGeom>
              <a:rect b="b" l="l" r="r" t="t"/>
              <a:pathLst>
                <a:path extrusionOk="0" h="735964" w="2827020">
                  <a:moveTo>
                    <a:pt x="2826550" y="0"/>
                  </a:moveTo>
                  <a:lnTo>
                    <a:pt x="0" y="0"/>
                  </a:lnTo>
                  <a:lnTo>
                    <a:pt x="0" y="735812"/>
                  </a:lnTo>
                  <a:lnTo>
                    <a:pt x="2826550" y="735812"/>
                  </a:lnTo>
                  <a:lnTo>
                    <a:pt x="2826550" y="0"/>
                  </a:ln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0"/>
            <p:cNvSpPr/>
            <p:nvPr/>
          </p:nvSpPr>
          <p:spPr>
            <a:xfrm>
              <a:off x="6108700" y="4848669"/>
              <a:ext cx="2827020" cy="735965"/>
            </a:xfrm>
            <a:custGeom>
              <a:rect b="b" l="l" r="r" t="t"/>
              <a:pathLst>
                <a:path extrusionOk="0" h="735964" w="2827020">
                  <a:moveTo>
                    <a:pt x="0" y="0"/>
                  </a:moveTo>
                  <a:lnTo>
                    <a:pt x="2826550" y="0"/>
                  </a:lnTo>
                  <a:lnTo>
                    <a:pt x="2826550" y="735812"/>
                  </a:lnTo>
                  <a:lnTo>
                    <a:pt x="0" y="735812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5" name="Google Shape;315;p20"/>
          <p:cNvSpPr txBox="1"/>
          <p:nvPr/>
        </p:nvSpPr>
        <p:spPr>
          <a:xfrm>
            <a:off x="7233413" y="4794817"/>
            <a:ext cx="1400810" cy="436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1 if </a:t>
            </a:r>
            <a:r>
              <a:rPr lang="en-US" sz="2700"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aseline="-25000" lang="en-US" sz="1800">
                <a:latin typeface="Tahoma"/>
                <a:ea typeface="Tahoma"/>
                <a:cs typeface="Tahoma"/>
                <a:sym typeface="Tahoma"/>
              </a:rPr>
              <a:t>i</a:t>
            </a: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aseline="-25000" lang="en-US" sz="1800">
                <a:latin typeface="Tahoma"/>
                <a:ea typeface="Tahoma"/>
                <a:cs typeface="Tahoma"/>
                <a:sym typeface="Tahoma"/>
              </a:rPr>
              <a:t>i </a:t>
            </a: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&gt;t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6" name="Google Shape;316;p20"/>
          <p:cNvSpPr txBox="1"/>
          <p:nvPr/>
        </p:nvSpPr>
        <p:spPr>
          <a:xfrm>
            <a:off x="6187441" y="5085825"/>
            <a:ext cx="8375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output=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7" name="Google Shape;317;p20"/>
          <p:cNvSpPr txBox="1"/>
          <p:nvPr/>
        </p:nvSpPr>
        <p:spPr>
          <a:xfrm>
            <a:off x="7187109" y="5242873"/>
            <a:ext cx="11963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0 otherwise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8" name="Google Shape;318;p20"/>
          <p:cNvSpPr txBox="1"/>
          <p:nvPr/>
        </p:nvSpPr>
        <p:spPr>
          <a:xfrm>
            <a:off x="6987540" y="4907212"/>
            <a:ext cx="23241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Tahoma"/>
                <a:ea typeface="Tahoma"/>
                <a:cs typeface="Tahoma"/>
                <a:sym typeface="Tahoma"/>
              </a:rPr>
              <a:t>{</a:t>
            </a:r>
            <a:endParaRPr sz="3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9" name="Google Shape;319;p20"/>
          <p:cNvSpPr txBox="1"/>
          <p:nvPr/>
        </p:nvSpPr>
        <p:spPr>
          <a:xfrm>
            <a:off x="7330440" y="5125859"/>
            <a:ext cx="25527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i=0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0" name="Google Shape;320;p20"/>
          <p:cNvSpPr/>
          <p:nvPr/>
        </p:nvSpPr>
        <p:spPr>
          <a:xfrm>
            <a:off x="4205287" y="4773960"/>
            <a:ext cx="1228725" cy="433705"/>
          </a:xfrm>
          <a:custGeom>
            <a:rect b="b" l="l" r="r" t="t"/>
            <a:pathLst>
              <a:path extrusionOk="0" h="433704" w="1228725">
                <a:moveTo>
                  <a:pt x="0" y="216662"/>
                </a:moveTo>
                <a:lnTo>
                  <a:pt x="14169" y="170182"/>
                </a:lnTo>
                <a:lnTo>
                  <a:pt x="54681" y="127177"/>
                </a:lnTo>
                <a:lnTo>
                  <a:pt x="118535" y="88704"/>
                </a:lnTo>
                <a:lnTo>
                  <a:pt x="158279" y="71497"/>
                </a:lnTo>
                <a:lnTo>
                  <a:pt x="202734" y="55819"/>
                </a:lnTo>
                <a:lnTo>
                  <a:pt x="251526" y="41803"/>
                </a:lnTo>
                <a:lnTo>
                  <a:pt x="304280" y="29580"/>
                </a:lnTo>
                <a:lnTo>
                  <a:pt x="360621" y="19284"/>
                </a:lnTo>
                <a:lnTo>
                  <a:pt x="420175" y="11045"/>
                </a:lnTo>
                <a:lnTo>
                  <a:pt x="482566" y="4997"/>
                </a:lnTo>
                <a:lnTo>
                  <a:pt x="547420" y="1271"/>
                </a:lnTo>
                <a:lnTo>
                  <a:pt x="614362" y="0"/>
                </a:lnTo>
                <a:lnTo>
                  <a:pt x="681304" y="1271"/>
                </a:lnTo>
                <a:lnTo>
                  <a:pt x="746158" y="4997"/>
                </a:lnTo>
                <a:lnTo>
                  <a:pt x="808549" y="11045"/>
                </a:lnTo>
                <a:lnTo>
                  <a:pt x="868103" y="19284"/>
                </a:lnTo>
                <a:lnTo>
                  <a:pt x="924444" y="29580"/>
                </a:lnTo>
                <a:lnTo>
                  <a:pt x="977198" y="41803"/>
                </a:lnTo>
                <a:lnTo>
                  <a:pt x="1025990" y="55819"/>
                </a:lnTo>
                <a:lnTo>
                  <a:pt x="1070445" y="71497"/>
                </a:lnTo>
                <a:lnTo>
                  <a:pt x="1110189" y="88704"/>
                </a:lnTo>
                <a:lnTo>
                  <a:pt x="1144847" y="107308"/>
                </a:lnTo>
                <a:lnTo>
                  <a:pt x="1197404" y="148179"/>
                </a:lnTo>
                <a:lnTo>
                  <a:pt x="1225120" y="193054"/>
                </a:lnTo>
                <a:lnTo>
                  <a:pt x="1228725" y="216662"/>
                </a:lnTo>
                <a:lnTo>
                  <a:pt x="1225120" y="240269"/>
                </a:lnTo>
                <a:lnTo>
                  <a:pt x="1197404" y="285144"/>
                </a:lnTo>
                <a:lnTo>
                  <a:pt x="1144847" y="326015"/>
                </a:lnTo>
                <a:lnTo>
                  <a:pt x="1110189" y="344619"/>
                </a:lnTo>
                <a:lnTo>
                  <a:pt x="1070445" y="361826"/>
                </a:lnTo>
                <a:lnTo>
                  <a:pt x="1025990" y="377504"/>
                </a:lnTo>
                <a:lnTo>
                  <a:pt x="977198" y="391520"/>
                </a:lnTo>
                <a:lnTo>
                  <a:pt x="924444" y="403743"/>
                </a:lnTo>
                <a:lnTo>
                  <a:pt x="868103" y="414039"/>
                </a:lnTo>
                <a:lnTo>
                  <a:pt x="808549" y="422278"/>
                </a:lnTo>
                <a:lnTo>
                  <a:pt x="746158" y="428326"/>
                </a:lnTo>
                <a:lnTo>
                  <a:pt x="681304" y="432052"/>
                </a:lnTo>
                <a:lnTo>
                  <a:pt x="614362" y="433324"/>
                </a:lnTo>
                <a:lnTo>
                  <a:pt x="547420" y="432052"/>
                </a:lnTo>
                <a:lnTo>
                  <a:pt x="482566" y="428326"/>
                </a:lnTo>
                <a:lnTo>
                  <a:pt x="420175" y="422278"/>
                </a:lnTo>
                <a:lnTo>
                  <a:pt x="360621" y="414039"/>
                </a:lnTo>
                <a:lnTo>
                  <a:pt x="304280" y="403743"/>
                </a:lnTo>
                <a:lnTo>
                  <a:pt x="251526" y="391520"/>
                </a:lnTo>
                <a:lnTo>
                  <a:pt x="202734" y="377504"/>
                </a:lnTo>
                <a:lnTo>
                  <a:pt x="158279" y="361826"/>
                </a:lnTo>
                <a:lnTo>
                  <a:pt x="118535" y="344619"/>
                </a:lnTo>
                <a:lnTo>
                  <a:pt x="83877" y="326015"/>
                </a:lnTo>
                <a:lnTo>
                  <a:pt x="31320" y="285144"/>
                </a:lnTo>
                <a:lnTo>
                  <a:pt x="3604" y="240269"/>
                </a:lnTo>
                <a:lnTo>
                  <a:pt x="0" y="216662"/>
                </a:lnTo>
                <a:close/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0"/>
          <p:cNvSpPr txBox="1"/>
          <p:nvPr/>
        </p:nvSpPr>
        <p:spPr>
          <a:xfrm>
            <a:off x="4513587" y="4936802"/>
            <a:ext cx="610235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D60093"/>
                </a:solidFill>
                <a:latin typeface="Tahoma"/>
                <a:ea typeface="Tahoma"/>
                <a:cs typeface="Tahoma"/>
                <a:sym typeface="Tahoma"/>
              </a:rPr>
              <a:t>t = 0.0</a:t>
            </a:r>
            <a:endParaRPr sz="135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22" name="Google Shape;322;p20"/>
          <p:cNvGrpSpPr/>
          <p:nvPr/>
        </p:nvGrpSpPr>
        <p:grpSpPr>
          <a:xfrm>
            <a:off x="2228850" y="4000497"/>
            <a:ext cx="2217008" cy="1886336"/>
            <a:chOff x="2228850" y="4000497"/>
            <a:chExt cx="2217008" cy="1886336"/>
          </a:xfrm>
        </p:grpSpPr>
        <p:sp>
          <p:nvSpPr>
            <p:cNvPr id="323" name="Google Shape;323;p20"/>
            <p:cNvSpPr/>
            <p:nvPr/>
          </p:nvSpPr>
          <p:spPr>
            <a:xfrm>
              <a:off x="2282427" y="5453128"/>
              <a:ext cx="1228725" cy="433705"/>
            </a:xfrm>
            <a:custGeom>
              <a:rect b="b" l="l" r="r" t="t"/>
              <a:pathLst>
                <a:path extrusionOk="0" h="433704" w="1228725">
                  <a:moveTo>
                    <a:pt x="0" y="216662"/>
                  </a:moveTo>
                  <a:lnTo>
                    <a:pt x="14169" y="170182"/>
                  </a:lnTo>
                  <a:lnTo>
                    <a:pt x="54681" y="127177"/>
                  </a:lnTo>
                  <a:lnTo>
                    <a:pt x="118535" y="88704"/>
                  </a:lnTo>
                  <a:lnTo>
                    <a:pt x="158279" y="71497"/>
                  </a:lnTo>
                  <a:lnTo>
                    <a:pt x="202734" y="55819"/>
                  </a:lnTo>
                  <a:lnTo>
                    <a:pt x="251526" y="41803"/>
                  </a:lnTo>
                  <a:lnTo>
                    <a:pt x="304280" y="29580"/>
                  </a:lnTo>
                  <a:lnTo>
                    <a:pt x="360621" y="19284"/>
                  </a:lnTo>
                  <a:lnTo>
                    <a:pt x="420175" y="11045"/>
                  </a:lnTo>
                  <a:lnTo>
                    <a:pt x="482566" y="4997"/>
                  </a:lnTo>
                  <a:lnTo>
                    <a:pt x="547420" y="1271"/>
                  </a:lnTo>
                  <a:lnTo>
                    <a:pt x="614362" y="0"/>
                  </a:lnTo>
                  <a:lnTo>
                    <a:pt x="681304" y="1271"/>
                  </a:lnTo>
                  <a:lnTo>
                    <a:pt x="746158" y="4997"/>
                  </a:lnTo>
                  <a:lnTo>
                    <a:pt x="808549" y="11045"/>
                  </a:lnTo>
                  <a:lnTo>
                    <a:pt x="868103" y="19284"/>
                  </a:lnTo>
                  <a:lnTo>
                    <a:pt x="924444" y="29580"/>
                  </a:lnTo>
                  <a:lnTo>
                    <a:pt x="977198" y="41803"/>
                  </a:lnTo>
                  <a:lnTo>
                    <a:pt x="1025990" y="55819"/>
                  </a:lnTo>
                  <a:lnTo>
                    <a:pt x="1070445" y="71497"/>
                  </a:lnTo>
                  <a:lnTo>
                    <a:pt x="1110189" y="88704"/>
                  </a:lnTo>
                  <a:lnTo>
                    <a:pt x="1144847" y="107308"/>
                  </a:lnTo>
                  <a:lnTo>
                    <a:pt x="1197404" y="148179"/>
                  </a:lnTo>
                  <a:lnTo>
                    <a:pt x="1225120" y="193054"/>
                  </a:lnTo>
                  <a:lnTo>
                    <a:pt x="1228725" y="216662"/>
                  </a:lnTo>
                  <a:lnTo>
                    <a:pt x="1225120" y="240269"/>
                  </a:lnTo>
                  <a:lnTo>
                    <a:pt x="1197404" y="285144"/>
                  </a:lnTo>
                  <a:lnTo>
                    <a:pt x="1144847" y="326015"/>
                  </a:lnTo>
                  <a:lnTo>
                    <a:pt x="1110189" y="344619"/>
                  </a:lnTo>
                  <a:lnTo>
                    <a:pt x="1070445" y="361826"/>
                  </a:lnTo>
                  <a:lnTo>
                    <a:pt x="1025990" y="377504"/>
                  </a:lnTo>
                  <a:lnTo>
                    <a:pt x="977198" y="391520"/>
                  </a:lnTo>
                  <a:lnTo>
                    <a:pt x="924444" y="403743"/>
                  </a:lnTo>
                  <a:lnTo>
                    <a:pt x="868103" y="414039"/>
                  </a:lnTo>
                  <a:lnTo>
                    <a:pt x="808549" y="422278"/>
                  </a:lnTo>
                  <a:lnTo>
                    <a:pt x="746158" y="428326"/>
                  </a:lnTo>
                  <a:lnTo>
                    <a:pt x="681304" y="432052"/>
                  </a:lnTo>
                  <a:lnTo>
                    <a:pt x="614362" y="433324"/>
                  </a:lnTo>
                  <a:lnTo>
                    <a:pt x="547420" y="432052"/>
                  </a:lnTo>
                  <a:lnTo>
                    <a:pt x="482566" y="428326"/>
                  </a:lnTo>
                  <a:lnTo>
                    <a:pt x="420175" y="422278"/>
                  </a:lnTo>
                  <a:lnTo>
                    <a:pt x="360621" y="414039"/>
                  </a:lnTo>
                  <a:lnTo>
                    <a:pt x="304280" y="403743"/>
                  </a:lnTo>
                  <a:lnTo>
                    <a:pt x="251526" y="391520"/>
                  </a:lnTo>
                  <a:lnTo>
                    <a:pt x="202734" y="377504"/>
                  </a:lnTo>
                  <a:lnTo>
                    <a:pt x="158279" y="361826"/>
                  </a:lnTo>
                  <a:lnTo>
                    <a:pt x="118535" y="344619"/>
                  </a:lnTo>
                  <a:lnTo>
                    <a:pt x="83877" y="326015"/>
                  </a:lnTo>
                  <a:lnTo>
                    <a:pt x="31320" y="285144"/>
                  </a:lnTo>
                  <a:lnTo>
                    <a:pt x="3604" y="240269"/>
                  </a:lnTo>
                  <a:lnTo>
                    <a:pt x="0" y="216662"/>
                  </a:lnTo>
                  <a:close/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0"/>
            <p:cNvSpPr/>
            <p:nvPr/>
          </p:nvSpPr>
          <p:spPr>
            <a:xfrm>
              <a:off x="2241947" y="4726812"/>
              <a:ext cx="1228725" cy="433705"/>
            </a:xfrm>
            <a:custGeom>
              <a:rect b="b" l="l" r="r" t="t"/>
              <a:pathLst>
                <a:path extrusionOk="0" h="433704" w="1228725">
                  <a:moveTo>
                    <a:pt x="0" y="216662"/>
                  </a:moveTo>
                  <a:lnTo>
                    <a:pt x="14169" y="170182"/>
                  </a:lnTo>
                  <a:lnTo>
                    <a:pt x="54681" y="127177"/>
                  </a:lnTo>
                  <a:lnTo>
                    <a:pt x="118535" y="88704"/>
                  </a:lnTo>
                  <a:lnTo>
                    <a:pt x="158279" y="71497"/>
                  </a:lnTo>
                  <a:lnTo>
                    <a:pt x="202734" y="55819"/>
                  </a:lnTo>
                  <a:lnTo>
                    <a:pt x="251526" y="41803"/>
                  </a:lnTo>
                  <a:lnTo>
                    <a:pt x="304280" y="29580"/>
                  </a:lnTo>
                  <a:lnTo>
                    <a:pt x="360621" y="19284"/>
                  </a:lnTo>
                  <a:lnTo>
                    <a:pt x="420175" y="11045"/>
                  </a:lnTo>
                  <a:lnTo>
                    <a:pt x="482566" y="4997"/>
                  </a:lnTo>
                  <a:lnTo>
                    <a:pt x="547420" y="1271"/>
                  </a:lnTo>
                  <a:lnTo>
                    <a:pt x="614362" y="0"/>
                  </a:lnTo>
                  <a:lnTo>
                    <a:pt x="681304" y="1271"/>
                  </a:lnTo>
                  <a:lnTo>
                    <a:pt x="746158" y="4997"/>
                  </a:lnTo>
                  <a:lnTo>
                    <a:pt x="808549" y="11045"/>
                  </a:lnTo>
                  <a:lnTo>
                    <a:pt x="868103" y="19284"/>
                  </a:lnTo>
                  <a:lnTo>
                    <a:pt x="924444" y="29580"/>
                  </a:lnTo>
                  <a:lnTo>
                    <a:pt x="977198" y="41803"/>
                  </a:lnTo>
                  <a:lnTo>
                    <a:pt x="1025990" y="55819"/>
                  </a:lnTo>
                  <a:lnTo>
                    <a:pt x="1070445" y="71497"/>
                  </a:lnTo>
                  <a:lnTo>
                    <a:pt x="1110189" y="88704"/>
                  </a:lnTo>
                  <a:lnTo>
                    <a:pt x="1144847" y="107308"/>
                  </a:lnTo>
                  <a:lnTo>
                    <a:pt x="1197404" y="148179"/>
                  </a:lnTo>
                  <a:lnTo>
                    <a:pt x="1225120" y="193054"/>
                  </a:lnTo>
                  <a:lnTo>
                    <a:pt x="1228725" y="216662"/>
                  </a:lnTo>
                  <a:lnTo>
                    <a:pt x="1225120" y="240269"/>
                  </a:lnTo>
                  <a:lnTo>
                    <a:pt x="1197404" y="285144"/>
                  </a:lnTo>
                  <a:lnTo>
                    <a:pt x="1144847" y="326015"/>
                  </a:lnTo>
                  <a:lnTo>
                    <a:pt x="1110189" y="344619"/>
                  </a:lnTo>
                  <a:lnTo>
                    <a:pt x="1070445" y="361826"/>
                  </a:lnTo>
                  <a:lnTo>
                    <a:pt x="1025990" y="377504"/>
                  </a:lnTo>
                  <a:lnTo>
                    <a:pt x="977198" y="391520"/>
                  </a:lnTo>
                  <a:lnTo>
                    <a:pt x="924444" y="403743"/>
                  </a:lnTo>
                  <a:lnTo>
                    <a:pt x="868103" y="414039"/>
                  </a:lnTo>
                  <a:lnTo>
                    <a:pt x="808549" y="422278"/>
                  </a:lnTo>
                  <a:lnTo>
                    <a:pt x="746158" y="428326"/>
                  </a:lnTo>
                  <a:lnTo>
                    <a:pt x="681304" y="432052"/>
                  </a:lnTo>
                  <a:lnTo>
                    <a:pt x="614362" y="433324"/>
                  </a:lnTo>
                  <a:lnTo>
                    <a:pt x="547420" y="432052"/>
                  </a:lnTo>
                  <a:lnTo>
                    <a:pt x="482566" y="428326"/>
                  </a:lnTo>
                  <a:lnTo>
                    <a:pt x="420175" y="422278"/>
                  </a:lnTo>
                  <a:lnTo>
                    <a:pt x="360621" y="414039"/>
                  </a:lnTo>
                  <a:lnTo>
                    <a:pt x="304280" y="403743"/>
                  </a:lnTo>
                  <a:lnTo>
                    <a:pt x="251526" y="391520"/>
                  </a:lnTo>
                  <a:lnTo>
                    <a:pt x="202734" y="377504"/>
                  </a:lnTo>
                  <a:lnTo>
                    <a:pt x="158279" y="361826"/>
                  </a:lnTo>
                  <a:lnTo>
                    <a:pt x="118535" y="344619"/>
                  </a:lnTo>
                  <a:lnTo>
                    <a:pt x="83877" y="326015"/>
                  </a:lnTo>
                  <a:lnTo>
                    <a:pt x="31320" y="285144"/>
                  </a:lnTo>
                  <a:lnTo>
                    <a:pt x="3604" y="240269"/>
                  </a:lnTo>
                  <a:lnTo>
                    <a:pt x="0" y="216662"/>
                  </a:lnTo>
                  <a:close/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0"/>
            <p:cNvSpPr/>
            <p:nvPr/>
          </p:nvSpPr>
          <p:spPr>
            <a:xfrm>
              <a:off x="2228850" y="4000497"/>
              <a:ext cx="1228725" cy="433705"/>
            </a:xfrm>
            <a:custGeom>
              <a:rect b="b" l="l" r="r" t="t"/>
              <a:pathLst>
                <a:path extrusionOk="0" h="433704" w="1228725">
                  <a:moveTo>
                    <a:pt x="0" y="216662"/>
                  </a:moveTo>
                  <a:lnTo>
                    <a:pt x="14169" y="170182"/>
                  </a:lnTo>
                  <a:lnTo>
                    <a:pt x="54681" y="127177"/>
                  </a:lnTo>
                  <a:lnTo>
                    <a:pt x="118535" y="88704"/>
                  </a:lnTo>
                  <a:lnTo>
                    <a:pt x="158279" y="71497"/>
                  </a:lnTo>
                  <a:lnTo>
                    <a:pt x="202734" y="55819"/>
                  </a:lnTo>
                  <a:lnTo>
                    <a:pt x="251526" y="41803"/>
                  </a:lnTo>
                  <a:lnTo>
                    <a:pt x="304280" y="29580"/>
                  </a:lnTo>
                  <a:lnTo>
                    <a:pt x="360621" y="19284"/>
                  </a:lnTo>
                  <a:lnTo>
                    <a:pt x="420175" y="11045"/>
                  </a:lnTo>
                  <a:lnTo>
                    <a:pt x="482566" y="4997"/>
                  </a:lnTo>
                  <a:lnTo>
                    <a:pt x="547420" y="1271"/>
                  </a:lnTo>
                  <a:lnTo>
                    <a:pt x="614362" y="0"/>
                  </a:lnTo>
                  <a:lnTo>
                    <a:pt x="681304" y="1271"/>
                  </a:lnTo>
                  <a:lnTo>
                    <a:pt x="746158" y="4997"/>
                  </a:lnTo>
                  <a:lnTo>
                    <a:pt x="808549" y="11045"/>
                  </a:lnTo>
                  <a:lnTo>
                    <a:pt x="868103" y="19284"/>
                  </a:lnTo>
                  <a:lnTo>
                    <a:pt x="924444" y="29580"/>
                  </a:lnTo>
                  <a:lnTo>
                    <a:pt x="977198" y="41803"/>
                  </a:lnTo>
                  <a:lnTo>
                    <a:pt x="1025990" y="55819"/>
                  </a:lnTo>
                  <a:lnTo>
                    <a:pt x="1070445" y="71497"/>
                  </a:lnTo>
                  <a:lnTo>
                    <a:pt x="1110189" y="88704"/>
                  </a:lnTo>
                  <a:lnTo>
                    <a:pt x="1144847" y="107308"/>
                  </a:lnTo>
                  <a:lnTo>
                    <a:pt x="1197404" y="148179"/>
                  </a:lnTo>
                  <a:lnTo>
                    <a:pt x="1225120" y="193054"/>
                  </a:lnTo>
                  <a:lnTo>
                    <a:pt x="1228725" y="216662"/>
                  </a:lnTo>
                  <a:lnTo>
                    <a:pt x="1225120" y="240269"/>
                  </a:lnTo>
                  <a:lnTo>
                    <a:pt x="1197404" y="285144"/>
                  </a:lnTo>
                  <a:lnTo>
                    <a:pt x="1144847" y="326015"/>
                  </a:lnTo>
                  <a:lnTo>
                    <a:pt x="1110189" y="344619"/>
                  </a:lnTo>
                  <a:lnTo>
                    <a:pt x="1070445" y="361826"/>
                  </a:lnTo>
                  <a:lnTo>
                    <a:pt x="1025990" y="377504"/>
                  </a:lnTo>
                  <a:lnTo>
                    <a:pt x="977198" y="391520"/>
                  </a:lnTo>
                  <a:lnTo>
                    <a:pt x="924444" y="403743"/>
                  </a:lnTo>
                  <a:lnTo>
                    <a:pt x="868103" y="414039"/>
                  </a:lnTo>
                  <a:lnTo>
                    <a:pt x="808549" y="422278"/>
                  </a:lnTo>
                  <a:lnTo>
                    <a:pt x="746158" y="428326"/>
                  </a:lnTo>
                  <a:lnTo>
                    <a:pt x="681304" y="432052"/>
                  </a:lnTo>
                  <a:lnTo>
                    <a:pt x="614362" y="433324"/>
                  </a:lnTo>
                  <a:lnTo>
                    <a:pt x="547420" y="432052"/>
                  </a:lnTo>
                  <a:lnTo>
                    <a:pt x="482566" y="428326"/>
                  </a:lnTo>
                  <a:lnTo>
                    <a:pt x="420175" y="422278"/>
                  </a:lnTo>
                  <a:lnTo>
                    <a:pt x="360621" y="414039"/>
                  </a:lnTo>
                  <a:lnTo>
                    <a:pt x="304280" y="403743"/>
                  </a:lnTo>
                  <a:lnTo>
                    <a:pt x="251526" y="391520"/>
                  </a:lnTo>
                  <a:lnTo>
                    <a:pt x="202734" y="377504"/>
                  </a:lnTo>
                  <a:lnTo>
                    <a:pt x="158279" y="361826"/>
                  </a:lnTo>
                  <a:lnTo>
                    <a:pt x="118535" y="344619"/>
                  </a:lnTo>
                  <a:lnTo>
                    <a:pt x="83877" y="326015"/>
                  </a:lnTo>
                  <a:lnTo>
                    <a:pt x="31320" y="285144"/>
                  </a:lnTo>
                  <a:lnTo>
                    <a:pt x="3604" y="240269"/>
                  </a:lnTo>
                  <a:lnTo>
                    <a:pt x="0" y="216662"/>
                  </a:lnTo>
                  <a:close/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0"/>
            <p:cNvSpPr/>
            <p:nvPr/>
          </p:nvSpPr>
          <p:spPr>
            <a:xfrm>
              <a:off x="3457575" y="4217159"/>
              <a:ext cx="888365" cy="584200"/>
            </a:xfrm>
            <a:custGeom>
              <a:rect b="b" l="l" r="r" t="t"/>
              <a:pathLst>
                <a:path extrusionOk="0" h="584200" w="888364">
                  <a:moveTo>
                    <a:pt x="0" y="0"/>
                  </a:moveTo>
                  <a:lnTo>
                    <a:pt x="888047" y="583793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0"/>
            <p:cNvSpPr/>
            <p:nvPr/>
          </p:nvSpPr>
          <p:spPr>
            <a:xfrm>
              <a:off x="4310138" y="4757287"/>
              <a:ext cx="95250" cy="83185"/>
            </a:xfrm>
            <a:custGeom>
              <a:rect b="b" l="l" r="r" t="t"/>
              <a:pathLst>
                <a:path extrusionOk="0" h="83185" w="95250">
                  <a:moveTo>
                    <a:pt x="47091" y="0"/>
                  </a:moveTo>
                  <a:lnTo>
                    <a:pt x="0" y="71627"/>
                  </a:lnTo>
                  <a:lnTo>
                    <a:pt x="95173" y="82905"/>
                  </a:lnTo>
                  <a:lnTo>
                    <a:pt x="4709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0"/>
            <p:cNvSpPr/>
            <p:nvPr/>
          </p:nvSpPr>
          <p:spPr>
            <a:xfrm>
              <a:off x="3457575" y="4952456"/>
              <a:ext cx="702945" cy="0"/>
            </a:xfrm>
            <a:custGeom>
              <a:rect b="b" l="l" r="r" t="t"/>
              <a:pathLst>
                <a:path extrusionOk="0" h="120000" w="702945">
                  <a:moveTo>
                    <a:pt x="0" y="0"/>
                  </a:moveTo>
                  <a:lnTo>
                    <a:pt x="702462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0"/>
            <p:cNvSpPr/>
            <p:nvPr/>
          </p:nvSpPr>
          <p:spPr>
            <a:xfrm>
              <a:off x="4145758" y="4909589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0" y="0"/>
                  </a:moveTo>
                  <a:lnTo>
                    <a:pt x="0" y="85724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0"/>
            <p:cNvSpPr/>
            <p:nvPr/>
          </p:nvSpPr>
          <p:spPr>
            <a:xfrm>
              <a:off x="3511152" y="5193329"/>
              <a:ext cx="871855" cy="457834"/>
            </a:xfrm>
            <a:custGeom>
              <a:rect b="b" l="l" r="r" t="t"/>
              <a:pathLst>
                <a:path extrusionOk="0" h="457835" w="871854">
                  <a:moveTo>
                    <a:pt x="0" y="457377"/>
                  </a:moveTo>
                  <a:lnTo>
                    <a:pt x="871385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0"/>
            <p:cNvSpPr/>
            <p:nvPr/>
          </p:nvSpPr>
          <p:spPr>
            <a:xfrm>
              <a:off x="4349973" y="5160130"/>
              <a:ext cx="95885" cy="78105"/>
            </a:xfrm>
            <a:custGeom>
              <a:rect b="b" l="l" r="r" t="t"/>
              <a:pathLst>
                <a:path extrusionOk="0" h="78104" w="95885">
                  <a:moveTo>
                    <a:pt x="95821" y="0"/>
                  </a:moveTo>
                  <a:lnTo>
                    <a:pt x="0" y="1892"/>
                  </a:lnTo>
                  <a:lnTo>
                    <a:pt x="39839" y="77800"/>
                  </a:lnTo>
                  <a:lnTo>
                    <a:pt x="9582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2" name="Google Shape;332;p20"/>
          <p:cNvSpPr txBox="1"/>
          <p:nvPr/>
        </p:nvSpPr>
        <p:spPr>
          <a:xfrm>
            <a:off x="2824607" y="5611397"/>
            <a:ext cx="111760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" name="Google Shape;333;p20"/>
          <p:cNvSpPr txBox="1"/>
          <p:nvPr/>
        </p:nvSpPr>
        <p:spPr>
          <a:xfrm>
            <a:off x="2909951" y="5710457"/>
            <a:ext cx="8255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4" name="Google Shape;334;p20"/>
          <p:cNvSpPr txBox="1"/>
          <p:nvPr/>
        </p:nvSpPr>
        <p:spPr>
          <a:xfrm>
            <a:off x="2730253" y="4871693"/>
            <a:ext cx="252729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39933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1" baseline="-25000" lang="en-US" sz="1350">
                <a:solidFill>
                  <a:srgbClr val="339933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aseline="-25000" sz="13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5" name="Google Shape;335;p20"/>
          <p:cNvSpPr txBox="1"/>
          <p:nvPr/>
        </p:nvSpPr>
        <p:spPr>
          <a:xfrm>
            <a:off x="3950601" y="4261358"/>
            <a:ext cx="763905" cy="20764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="1" baseline="-25000" lang="en-US" sz="1350">
                <a:latin typeface="Tahoma"/>
                <a:ea typeface="Tahoma"/>
                <a:cs typeface="Tahoma"/>
                <a:sym typeface="Tahoma"/>
              </a:rPr>
              <a:t>1 </a:t>
            </a: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= 0.5</a:t>
            </a:r>
            <a:endParaRPr sz="13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6" name="Google Shape;336;p20"/>
          <p:cNvSpPr txBox="1"/>
          <p:nvPr/>
        </p:nvSpPr>
        <p:spPr>
          <a:xfrm>
            <a:off x="3855556" y="5499258"/>
            <a:ext cx="676910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="1" baseline="-25000" lang="en-US" sz="1350">
                <a:latin typeface="Tahoma"/>
                <a:ea typeface="Tahoma"/>
                <a:cs typeface="Tahoma"/>
                <a:sym typeface="Tahoma"/>
              </a:rPr>
              <a:t>3 </a:t>
            </a: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= 1</a:t>
            </a:r>
            <a:endParaRPr sz="135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37" name="Google Shape;337;p20"/>
          <p:cNvGrpSpPr/>
          <p:nvPr/>
        </p:nvGrpSpPr>
        <p:grpSpPr>
          <a:xfrm>
            <a:off x="1685544" y="3639311"/>
            <a:ext cx="4829558" cy="1394172"/>
            <a:chOff x="1685544" y="3639311"/>
            <a:chExt cx="4829558" cy="1394172"/>
          </a:xfrm>
        </p:grpSpPr>
        <p:sp>
          <p:nvSpPr>
            <p:cNvPr id="338" name="Google Shape;338;p20"/>
            <p:cNvSpPr/>
            <p:nvPr/>
          </p:nvSpPr>
          <p:spPr>
            <a:xfrm>
              <a:off x="5434012" y="4990623"/>
              <a:ext cx="1009650" cy="0"/>
            </a:xfrm>
            <a:custGeom>
              <a:rect b="b" l="l" r="r" t="t"/>
              <a:pathLst>
                <a:path extrusionOk="0" h="120000" w="1009650">
                  <a:moveTo>
                    <a:pt x="0" y="0"/>
                  </a:moveTo>
                  <a:lnTo>
                    <a:pt x="100965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0"/>
            <p:cNvSpPr/>
            <p:nvPr/>
          </p:nvSpPr>
          <p:spPr>
            <a:xfrm>
              <a:off x="6429377" y="4947758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0" y="0"/>
                  </a:moveTo>
                  <a:lnTo>
                    <a:pt x="0" y="85724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40" name="Google Shape;340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85544" y="3639311"/>
              <a:ext cx="2011679" cy="431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1" name="Google Shape;341;p20"/>
          <p:cNvSpPr txBox="1"/>
          <p:nvPr/>
        </p:nvSpPr>
        <p:spPr>
          <a:xfrm>
            <a:off x="2736825" y="4145377"/>
            <a:ext cx="210185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-1</a:t>
            </a:r>
            <a:endParaRPr sz="13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2" name="Google Shape;342;p20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3" name="Google Shape;343;p20"/>
          <p:cNvSpPr txBox="1"/>
          <p:nvPr/>
        </p:nvSpPr>
        <p:spPr>
          <a:xfrm>
            <a:off x="1793239" y="3678428"/>
            <a:ext cx="177927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C0066"/>
                </a:solidFill>
                <a:latin typeface="Calibri"/>
                <a:ea typeface="Calibri"/>
                <a:cs typeface="Calibri"/>
                <a:sym typeface="Calibri"/>
              </a:rPr>
              <a:t>OR with a Biased input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0"/>
          <p:cNvSpPr txBox="1"/>
          <p:nvPr/>
        </p:nvSpPr>
        <p:spPr>
          <a:xfrm>
            <a:off x="3520440" y="4958300"/>
            <a:ext cx="676910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="1" baseline="-25000" lang="en-US" sz="1350">
                <a:latin typeface="Tahoma"/>
                <a:ea typeface="Tahoma"/>
                <a:cs typeface="Tahoma"/>
                <a:sym typeface="Tahoma"/>
              </a:rPr>
              <a:t>2 </a:t>
            </a: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= 1</a:t>
            </a:r>
            <a:endParaRPr sz="13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5" name="Google Shape;345;p20"/>
          <p:cNvSpPr txBox="1"/>
          <p:nvPr>
            <p:ph idx="11" type="ftr"/>
          </p:nvPr>
        </p:nvSpPr>
        <p:spPr>
          <a:xfrm>
            <a:off x="3051752" y="6560763"/>
            <a:ext cx="304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1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52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Simple Network – One node</a:t>
            </a:r>
            <a:endParaRPr/>
          </a:p>
        </p:txBody>
      </p:sp>
      <p:pic>
        <p:nvPicPr>
          <p:cNvPr id="351" name="Google Shape;35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7760" y="1333066"/>
            <a:ext cx="6149145" cy="14832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2" name="Google Shape;352;p21"/>
          <p:cNvGrpSpPr/>
          <p:nvPr/>
        </p:nvGrpSpPr>
        <p:grpSpPr>
          <a:xfrm>
            <a:off x="6108700" y="4848669"/>
            <a:ext cx="2827020" cy="735965"/>
            <a:chOff x="6108700" y="4848669"/>
            <a:chExt cx="2827020" cy="735965"/>
          </a:xfrm>
        </p:grpSpPr>
        <p:sp>
          <p:nvSpPr>
            <p:cNvPr id="353" name="Google Shape;353;p21"/>
            <p:cNvSpPr/>
            <p:nvPr/>
          </p:nvSpPr>
          <p:spPr>
            <a:xfrm>
              <a:off x="6108700" y="4848669"/>
              <a:ext cx="2827020" cy="735965"/>
            </a:xfrm>
            <a:custGeom>
              <a:rect b="b" l="l" r="r" t="t"/>
              <a:pathLst>
                <a:path extrusionOk="0" h="735964" w="2827020">
                  <a:moveTo>
                    <a:pt x="2826550" y="0"/>
                  </a:moveTo>
                  <a:lnTo>
                    <a:pt x="0" y="0"/>
                  </a:lnTo>
                  <a:lnTo>
                    <a:pt x="0" y="735812"/>
                  </a:lnTo>
                  <a:lnTo>
                    <a:pt x="2826550" y="735812"/>
                  </a:lnTo>
                  <a:lnTo>
                    <a:pt x="2826550" y="0"/>
                  </a:ln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1"/>
            <p:cNvSpPr/>
            <p:nvPr/>
          </p:nvSpPr>
          <p:spPr>
            <a:xfrm>
              <a:off x="6108700" y="4848669"/>
              <a:ext cx="2827020" cy="735965"/>
            </a:xfrm>
            <a:custGeom>
              <a:rect b="b" l="l" r="r" t="t"/>
              <a:pathLst>
                <a:path extrusionOk="0" h="735964" w="2827020">
                  <a:moveTo>
                    <a:pt x="0" y="0"/>
                  </a:moveTo>
                  <a:lnTo>
                    <a:pt x="2826550" y="0"/>
                  </a:lnTo>
                  <a:lnTo>
                    <a:pt x="2826550" y="735812"/>
                  </a:lnTo>
                  <a:lnTo>
                    <a:pt x="0" y="735812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5" name="Google Shape;355;p21"/>
          <p:cNvSpPr txBox="1"/>
          <p:nvPr/>
        </p:nvSpPr>
        <p:spPr>
          <a:xfrm>
            <a:off x="7233413" y="4794817"/>
            <a:ext cx="1400810" cy="436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1 if </a:t>
            </a:r>
            <a:r>
              <a:rPr lang="en-US" sz="2700"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aseline="-25000" lang="en-US" sz="1800">
                <a:latin typeface="Tahoma"/>
                <a:ea typeface="Tahoma"/>
                <a:cs typeface="Tahoma"/>
                <a:sym typeface="Tahoma"/>
              </a:rPr>
              <a:t>i</a:t>
            </a: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aseline="-25000" lang="en-US" sz="1800">
                <a:latin typeface="Tahoma"/>
                <a:ea typeface="Tahoma"/>
                <a:cs typeface="Tahoma"/>
                <a:sym typeface="Tahoma"/>
              </a:rPr>
              <a:t>i </a:t>
            </a: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&gt;t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6" name="Google Shape;356;p21"/>
          <p:cNvSpPr txBox="1"/>
          <p:nvPr/>
        </p:nvSpPr>
        <p:spPr>
          <a:xfrm>
            <a:off x="7187109" y="5242873"/>
            <a:ext cx="11963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0 otherwise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7" name="Google Shape;357;p21"/>
          <p:cNvSpPr txBox="1"/>
          <p:nvPr/>
        </p:nvSpPr>
        <p:spPr>
          <a:xfrm>
            <a:off x="6162041" y="4857225"/>
            <a:ext cx="108331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output=</a:t>
            </a:r>
            <a:r>
              <a:rPr baseline="-25000" lang="en-US" sz="5400">
                <a:latin typeface="Tahoma"/>
                <a:ea typeface="Tahoma"/>
                <a:cs typeface="Tahoma"/>
                <a:sym typeface="Tahoma"/>
              </a:rPr>
              <a:t>{</a:t>
            </a:r>
            <a:endParaRPr baseline="-25000" sz="5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8" name="Google Shape;358;p21"/>
          <p:cNvSpPr txBox="1"/>
          <p:nvPr/>
        </p:nvSpPr>
        <p:spPr>
          <a:xfrm>
            <a:off x="7330440" y="5125859"/>
            <a:ext cx="25527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i=0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9" name="Google Shape;359;p21"/>
          <p:cNvSpPr/>
          <p:nvPr/>
        </p:nvSpPr>
        <p:spPr>
          <a:xfrm>
            <a:off x="4205287" y="4769633"/>
            <a:ext cx="1228725" cy="433070"/>
          </a:xfrm>
          <a:custGeom>
            <a:rect b="b" l="l" r="r" t="t"/>
            <a:pathLst>
              <a:path extrusionOk="0" h="433070" w="1228725">
                <a:moveTo>
                  <a:pt x="0" y="216446"/>
                </a:moveTo>
                <a:lnTo>
                  <a:pt x="14169" y="170011"/>
                </a:lnTo>
                <a:lnTo>
                  <a:pt x="54681" y="127048"/>
                </a:lnTo>
                <a:lnTo>
                  <a:pt x="118535" y="88613"/>
                </a:lnTo>
                <a:lnTo>
                  <a:pt x="158279" y="71423"/>
                </a:lnTo>
                <a:lnTo>
                  <a:pt x="202734" y="55761"/>
                </a:lnTo>
                <a:lnTo>
                  <a:pt x="251526" y="41760"/>
                </a:lnTo>
                <a:lnTo>
                  <a:pt x="304280" y="29550"/>
                </a:lnTo>
                <a:lnTo>
                  <a:pt x="360621" y="19264"/>
                </a:lnTo>
                <a:lnTo>
                  <a:pt x="420175" y="11034"/>
                </a:lnTo>
                <a:lnTo>
                  <a:pt x="482566" y="4992"/>
                </a:lnTo>
                <a:lnTo>
                  <a:pt x="547420" y="1270"/>
                </a:lnTo>
                <a:lnTo>
                  <a:pt x="614362" y="0"/>
                </a:lnTo>
                <a:lnTo>
                  <a:pt x="681304" y="1270"/>
                </a:lnTo>
                <a:lnTo>
                  <a:pt x="746158" y="4992"/>
                </a:lnTo>
                <a:lnTo>
                  <a:pt x="808549" y="11034"/>
                </a:lnTo>
                <a:lnTo>
                  <a:pt x="868103" y="19264"/>
                </a:lnTo>
                <a:lnTo>
                  <a:pt x="924444" y="29550"/>
                </a:lnTo>
                <a:lnTo>
                  <a:pt x="977198" y="41760"/>
                </a:lnTo>
                <a:lnTo>
                  <a:pt x="1025990" y="55761"/>
                </a:lnTo>
                <a:lnTo>
                  <a:pt x="1070445" y="71423"/>
                </a:lnTo>
                <a:lnTo>
                  <a:pt x="1110189" y="88613"/>
                </a:lnTo>
                <a:lnTo>
                  <a:pt x="1144847" y="107199"/>
                </a:lnTo>
                <a:lnTo>
                  <a:pt x="1197404" y="148030"/>
                </a:lnTo>
                <a:lnTo>
                  <a:pt x="1225120" y="192861"/>
                </a:lnTo>
                <a:lnTo>
                  <a:pt x="1228725" y="216446"/>
                </a:lnTo>
                <a:lnTo>
                  <a:pt x="1225120" y="240031"/>
                </a:lnTo>
                <a:lnTo>
                  <a:pt x="1197404" y="284861"/>
                </a:lnTo>
                <a:lnTo>
                  <a:pt x="1144847" y="325692"/>
                </a:lnTo>
                <a:lnTo>
                  <a:pt x="1110189" y="344278"/>
                </a:lnTo>
                <a:lnTo>
                  <a:pt x="1070445" y="361468"/>
                </a:lnTo>
                <a:lnTo>
                  <a:pt x="1025990" y="377130"/>
                </a:lnTo>
                <a:lnTo>
                  <a:pt x="977198" y="391132"/>
                </a:lnTo>
                <a:lnTo>
                  <a:pt x="924444" y="403342"/>
                </a:lnTo>
                <a:lnTo>
                  <a:pt x="868103" y="413628"/>
                </a:lnTo>
                <a:lnTo>
                  <a:pt x="808549" y="421858"/>
                </a:lnTo>
                <a:lnTo>
                  <a:pt x="746158" y="427900"/>
                </a:lnTo>
                <a:lnTo>
                  <a:pt x="681304" y="431622"/>
                </a:lnTo>
                <a:lnTo>
                  <a:pt x="614362" y="432892"/>
                </a:lnTo>
                <a:lnTo>
                  <a:pt x="547420" y="431622"/>
                </a:lnTo>
                <a:lnTo>
                  <a:pt x="482566" y="427900"/>
                </a:lnTo>
                <a:lnTo>
                  <a:pt x="420175" y="421858"/>
                </a:lnTo>
                <a:lnTo>
                  <a:pt x="360621" y="413628"/>
                </a:lnTo>
                <a:lnTo>
                  <a:pt x="304280" y="403342"/>
                </a:lnTo>
                <a:lnTo>
                  <a:pt x="251526" y="391132"/>
                </a:lnTo>
                <a:lnTo>
                  <a:pt x="202734" y="377130"/>
                </a:lnTo>
                <a:lnTo>
                  <a:pt x="158279" y="361468"/>
                </a:lnTo>
                <a:lnTo>
                  <a:pt x="118535" y="344278"/>
                </a:lnTo>
                <a:lnTo>
                  <a:pt x="83877" y="325692"/>
                </a:lnTo>
                <a:lnTo>
                  <a:pt x="31320" y="284861"/>
                </a:lnTo>
                <a:lnTo>
                  <a:pt x="3604" y="240031"/>
                </a:lnTo>
                <a:lnTo>
                  <a:pt x="0" y="216446"/>
                </a:lnTo>
                <a:close/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1"/>
          <p:cNvSpPr txBox="1"/>
          <p:nvPr/>
        </p:nvSpPr>
        <p:spPr>
          <a:xfrm>
            <a:off x="4513587" y="4932341"/>
            <a:ext cx="610235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D60093"/>
                </a:solidFill>
                <a:latin typeface="Tahoma"/>
                <a:ea typeface="Tahoma"/>
                <a:cs typeface="Tahoma"/>
                <a:sym typeface="Tahoma"/>
              </a:rPr>
              <a:t>t = 0.0</a:t>
            </a:r>
            <a:endParaRPr sz="135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61" name="Google Shape;361;p21"/>
          <p:cNvGrpSpPr/>
          <p:nvPr/>
        </p:nvGrpSpPr>
        <p:grpSpPr>
          <a:xfrm>
            <a:off x="2228850" y="3996928"/>
            <a:ext cx="2176534" cy="1665584"/>
            <a:chOff x="2228850" y="3996928"/>
            <a:chExt cx="2176534" cy="1665584"/>
          </a:xfrm>
        </p:grpSpPr>
        <p:sp>
          <p:nvSpPr>
            <p:cNvPr id="362" name="Google Shape;362;p21"/>
            <p:cNvSpPr/>
            <p:nvPr/>
          </p:nvSpPr>
          <p:spPr>
            <a:xfrm>
              <a:off x="2241947" y="5229442"/>
              <a:ext cx="1228725" cy="433070"/>
            </a:xfrm>
            <a:custGeom>
              <a:rect b="b" l="l" r="r" t="t"/>
              <a:pathLst>
                <a:path extrusionOk="0" h="433070" w="1228725">
                  <a:moveTo>
                    <a:pt x="0" y="216446"/>
                  </a:moveTo>
                  <a:lnTo>
                    <a:pt x="14169" y="170011"/>
                  </a:lnTo>
                  <a:lnTo>
                    <a:pt x="54681" y="127048"/>
                  </a:lnTo>
                  <a:lnTo>
                    <a:pt x="118535" y="88613"/>
                  </a:lnTo>
                  <a:lnTo>
                    <a:pt x="158279" y="71423"/>
                  </a:lnTo>
                  <a:lnTo>
                    <a:pt x="202734" y="55761"/>
                  </a:lnTo>
                  <a:lnTo>
                    <a:pt x="251526" y="41760"/>
                  </a:lnTo>
                  <a:lnTo>
                    <a:pt x="304280" y="29550"/>
                  </a:lnTo>
                  <a:lnTo>
                    <a:pt x="360621" y="19264"/>
                  </a:lnTo>
                  <a:lnTo>
                    <a:pt x="420175" y="11034"/>
                  </a:lnTo>
                  <a:lnTo>
                    <a:pt x="482566" y="4992"/>
                  </a:lnTo>
                  <a:lnTo>
                    <a:pt x="547420" y="1270"/>
                  </a:lnTo>
                  <a:lnTo>
                    <a:pt x="614362" y="0"/>
                  </a:lnTo>
                  <a:lnTo>
                    <a:pt x="681304" y="1270"/>
                  </a:lnTo>
                  <a:lnTo>
                    <a:pt x="746158" y="4992"/>
                  </a:lnTo>
                  <a:lnTo>
                    <a:pt x="808549" y="11034"/>
                  </a:lnTo>
                  <a:lnTo>
                    <a:pt x="868103" y="19264"/>
                  </a:lnTo>
                  <a:lnTo>
                    <a:pt x="924444" y="29550"/>
                  </a:lnTo>
                  <a:lnTo>
                    <a:pt x="977198" y="41760"/>
                  </a:lnTo>
                  <a:lnTo>
                    <a:pt x="1025990" y="55761"/>
                  </a:lnTo>
                  <a:lnTo>
                    <a:pt x="1070445" y="71423"/>
                  </a:lnTo>
                  <a:lnTo>
                    <a:pt x="1110189" y="88613"/>
                  </a:lnTo>
                  <a:lnTo>
                    <a:pt x="1144847" y="107199"/>
                  </a:lnTo>
                  <a:lnTo>
                    <a:pt x="1197404" y="148030"/>
                  </a:lnTo>
                  <a:lnTo>
                    <a:pt x="1225120" y="192861"/>
                  </a:lnTo>
                  <a:lnTo>
                    <a:pt x="1228725" y="216446"/>
                  </a:lnTo>
                  <a:lnTo>
                    <a:pt x="1225120" y="240031"/>
                  </a:lnTo>
                  <a:lnTo>
                    <a:pt x="1197404" y="284861"/>
                  </a:lnTo>
                  <a:lnTo>
                    <a:pt x="1144847" y="325692"/>
                  </a:lnTo>
                  <a:lnTo>
                    <a:pt x="1110189" y="344278"/>
                  </a:lnTo>
                  <a:lnTo>
                    <a:pt x="1070445" y="361468"/>
                  </a:lnTo>
                  <a:lnTo>
                    <a:pt x="1025990" y="377130"/>
                  </a:lnTo>
                  <a:lnTo>
                    <a:pt x="977198" y="391132"/>
                  </a:lnTo>
                  <a:lnTo>
                    <a:pt x="924444" y="403342"/>
                  </a:lnTo>
                  <a:lnTo>
                    <a:pt x="868103" y="413628"/>
                  </a:lnTo>
                  <a:lnTo>
                    <a:pt x="808549" y="421858"/>
                  </a:lnTo>
                  <a:lnTo>
                    <a:pt x="746158" y="427900"/>
                  </a:lnTo>
                  <a:lnTo>
                    <a:pt x="681304" y="431622"/>
                  </a:lnTo>
                  <a:lnTo>
                    <a:pt x="614362" y="432892"/>
                  </a:lnTo>
                  <a:lnTo>
                    <a:pt x="547420" y="431622"/>
                  </a:lnTo>
                  <a:lnTo>
                    <a:pt x="482566" y="427900"/>
                  </a:lnTo>
                  <a:lnTo>
                    <a:pt x="420175" y="421858"/>
                  </a:lnTo>
                  <a:lnTo>
                    <a:pt x="360621" y="413628"/>
                  </a:lnTo>
                  <a:lnTo>
                    <a:pt x="304280" y="403342"/>
                  </a:lnTo>
                  <a:lnTo>
                    <a:pt x="251526" y="391132"/>
                  </a:lnTo>
                  <a:lnTo>
                    <a:pt x="202734" y="377130"/>
                  </a:lnTo>
                  <a:lnTo>
                    <a:pt x="158279" y="361468"/>
                  </a:lnTo>
                  <a:lnTo>
                    <a:pt x="118535" y="344278"/>
                  </a:lnTo>
                  <a:lnTo>
                    <a:pt x="83877" y="325692"/>
                  </a:lnTo>
                  <a:lnTo>
                    <a:pt x="31320" y="284861"/>
                  </a:lnTo>
                  <a:lnTo>
                    <a:pt x="3604" y="240031"/>
                  </a:lnTo>
                  <a:lnTo>
                    <a:pt x="0" y="216446"/>
                  </a:lnTo>
                  <a:close/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1"/>
            <p:cNvSpPr/>
            <p:nvPr/>
          </p:nvSpPr>
          <p:spPr>
            <a:xfrm>
              <a:off x="2228850" y="3996928"/>
              <a:ext cx="1228725" cy="433070"/>
            </a:xfrm>
            <a:custGeom>
              <a:rect b="b" l="l" r="r" t="t"/>
              <a:pathLst>
                <a:path extrusionOk="0" h="433070" w="1228725">
                  <a:moveTo>
                    <a:pt x="0" y="216446"/>
                  </a:moveTo>
                  <a:lnTo>
                    <a:pt x="14169" y="170011"/>
                  </a:lnTo>
                  <a:lnTo>
                    <a:pt x="54681" y="127048"/>
                  </a:lnTo>
                  <a:lnTo>
                    <a:pt x="118535" y="88613"/>
                  </a:lnTo>
                  <a:lnTo>
                    <a:pt x="158279" y="71423"/>
                  </a:lnTo>
                  <a:lnTo>
                    <a:pt x="202734" y="55761"/>
                  </a:lnTo>
                  <a:lnTo>
                    <a:pt x="251526" y="41760"/>
                  </a:lnTo>
                  <a:lnTo>
                    <a:pt x="304280" y="29550"/>
                  </a:lnTo>
                  <a:lnTo>
                    <a:pt x="360621" y="19264"/>
                  </a:lnTo>
                  <a:lnTo>
                    <a:pt x="420175" y="11034"/>
                  </a:lnTo>
                  <a:lnTo>
                    <a:pt x="482566" y="4992"/>
                  </a:lnTo>
                  <a:lnTo>
                    <a:pt x="547420" y="1270"/>
                  </a:lnTo>
                  <a:lnTo>
                    <a:pt x="614362" y="0"/>
                  </a:lnTo>
                  <a:lnTo>
                    <a:pt x="681304" y="1270"/>
                  </a:lnTo>
                  <a:lnTo>
                    <a:pt x="746158" y="4992"/>
                  </a:lnTo>
                  <a:lnTo>
                    <a:pt x="808549" y="11034"/>
                  </a:lnTo>
                  <a:lnTo>
                    <a:pt x="868103" y="19264"/>
                  </a:lnTo>
                  <a:lnTo>
                    <a:pt x="924444" y="29550"/>
                  </a:lnTo>
                  <a:lnTo>
                    <a:pt x="977198" y="41760"/>
                  </a:lnTo>
                  <a:lnTo>
                    <a:pt x="1025990" y="55761"/>
                  </a:lnTo>
                  <a:lnTo>
                    <a:pt x="1070445" y="71423"/>
                  </a:lnTo>
                  <a:lnTo>
                    <a:pt x="1110189" y="88613"/>
                  </a:lnTo>
                  <a:lnTo>
                    <a:pt x="1144847" y="107199"/>
                  </a:lnTo>
                  <a:lnTo>
                    <a:pt x="1197404" y="148030"/>
                  </a:lnTo>
                  <a:lnTo>
                    <a:pt x="1225120" y="192861"/>
                  </a:lnTo>
                  <a:lnTo>
                    <a:pt x="1228725" y="216446"/>
                  </a:lnTo>
                  <a:lnTo>
                    <a:pt x="1225120" y="240031"/>
                  </a:lnTo>
                  <a:lnTo>
                    <a:pt x="1197404" y="284861"/>
                  </a:lnTo>
                  <a:lnTo>
                    <a:pt x="1144847" y="325692"/>
                  </a:lnTo>
                  <a:lnTo>
                    <a:pt x="1110189" y="344278"/>
                  </a:lnTo>
                  <a:lnTo>
                    <a:pt x="1070445" y="361468"/>
                  </a:lnTo>
                  <a:lnTo>
                    <a:pt x="1025990" y="377130"/>
                  </a:lnTo>
                  <a:lnTo>
                    <a:pt x="977198" y="391132"/>
                  </a:lnTo>
                  <a:lnTo>
                    <a:pt x="924444" y="403342"/>
                  </a:lnTo>
                  <a:lnTo>
                    <a:pt x="868103" y="413628"/>
                  </a:lnTo>
                  <a:lnTo>
                    <a:pt x="808549" y="421858"/>
                  </a:lnTo>
                  <a:lnTo>
                    <a:pt x="746158" y="427900"/>
                  </a:lnTo>
                  <a:lnTo>
                    <a:pt x="681304" y="431622"/>
                  </a:lnTo>
                  <a:lnTo>
                    <a:pt x="614362" y="432892"/>
                  </a:lnTo>
                  <a:lnTo>
                    <a:pt x="547420" y="431622"/>
                  </a:lnTo>
                  <a:lnTo>
                    <a:pt x="482566" y="427900"/>
                  </a:lnTo>
                  <a:lnTo>
                    <a:pt x="420175" y="421858"/>
                  </a:lnTo>
                  <a:lnTo>
                    <a:pt x="360621" y="413628"/>
                  </a:lnTo>
                  <a:lnTo>
                    <a:pt x="304280" y="403342"/>
                  </a:lnTo>
                  <a:lnTo>
                    <a:pt x="251526" y="391132"/>
                  </a:lnTo>
                  <a:lnTo>
                    <a:pt x="202734" y="377130"/>
                  </a:lnTo>
                  <a:lnTo>
                    <a:pt x="158279" y="361468"/>
                  </a:lnTo>
                  <a:lnTo>
                    <a:pt x="118535" y="344278"/>
                  </a:lnTo>
                  <a:lnTo>
                    <a:pt x="83877" y="325692"/>
                  </a:lnTo>
                  <a:lnTo>
                    <a:pt x="31320" y="284861"/>
                  </a:lnTo>
                  <a:lnTo>
                    <a:pt x="3604" y="240031"/>
                  </a:lnTo>
                  <a:lnTo>
                    <a:pt x="0" y="216446"/>
                  </a:lnTo>
                  <a:close/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1"/>
            <p:cNvSpPr/>
            <p:nvPr/>
          </p:nvSpPr>
          <p:spPr>
            <a:xfrm>
              <a:off x="3456383" y="4328887"/>
              <a:ext cx="886460" cy="473709"/>
            </a:xfrm>
            <a:custGeom>
              <a:rect b="b" l="l" r="r" t="t"/>
              <a:pathLst>
                <a:path extrusionOk="0" h="473710" w="886460">
                  <a:moveTo>
                    <a:pt x="0" y="0"/>
                  </a:moveTo>
                  <a:lnTo>
                    <a:pt x="885913" y="473252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1"/>
            <p:cNvSpPr/>
            <p:nvPr/>
          </p:nvSpPr>
          <p:spPr>
            <a:xfrm>
              <a:off x="4309499" y="4757599"/>
              <a:ext cx="95885" cy="78740"/>
            </a:xfrm>
            <a:custGeom>
              <a:rect b="b" l="l" r="r" t="t"/>
              <a:pathLst>
                <a:path extrusionOk="0" h="78739" w="95885">
                  <a:moveTo>
                    <a:pt x="40398" y="0"/>
                  </a:moveTo>
                  <a:lnTo>
                    <a:pt x="0" y="75615"/>
                  </a:lnTo>
                  <a:lnTo>
                    <a:pt x="95808" y="78206"/>
                  </a:lnTo>
                  <a:lnTo>
                    <a:pt x="403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1"/>
            <p:cNvSpPr/>
            <p:nvPr/>
          </p:nvSpPr>
          <p:spPr>
            <a:xfrm>
              <a:off x="3283743" y="4968292"/>
              <a:ext cx="879475" cy="261620"/>
            </a:xfrm>
            <a:custGeom>
              <a:rect b="b" l="l" r="r" t="t"/>
              <a:pathLst>
                <a:path extrusionOk="0" h="261620" w="879475">
                  <a:moveTo>
                    <a:pt x="0" y="261150"/>
                  </a:moveTo>
                  <a:lnTo>
                    <a:pt x="879259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1"/>
            <p:cNvSpPr/>
            <p:nvPr/>
          </p:nvSpPr>
          <p:spPr>
            <a:xfrm>
              <a:off x="4137102" y="4931266"/>
              <a:ext cx="94615" cy="82550"/>
            </a:xfrm>
            <a:custGeom>
              <a:rect b="b" l="l" r="r" t="t"/>
              <a:pathLst>
                <a:path extrusionOk="0" h="82550" w="94614">
                  <a:moveTo>
                    <a:pt x="0" y="0"/>
                  </a:moveTo>
                  <a:lnTo>
                    <a:pt x="24409" y="82181"/>
                  </a:lnTo>
                  <a:lnTo>
                    <a:pt x="94373" y="166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8" name="Google Shape;368;p21"/>
          <p:cNvSpPr txBox="1"/>
          <p:nvPr/>
        </p:nvSpPr>
        <p:spPr>
          <a:xfrm>
            <a:off x="2717585" y="5341684"/>
            <a:ext cx="252729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39933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1" baseline="-25000" lang="en-US" sz="1350">
                <a:solidFill>
                  <a:srgbClr val="339933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aseline="-25000" sz="13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9" name="Google Shape;369;p21"/>
          <p:cNvSpPr txBox="1"/>
          <p:nvPr/>
        </p:nvSpPr>
        <p:spPr>
          <a:xfrm>
            <a:off x="3938638" y="4257573"/>
            <a:ext cx="948055" cy="20764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="1" baseline="-25000" lang="en-US" sz="1350">
                <a:latin typeface="Tahoma"/>
                <a:ea typeface="Tahoma"/>
                <a:cs typeface="Tahoma"/>
                <a:sym typeface="Tahoma"/>
              </a:rPr>
              <a:t>1 </a:t>
            </a: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= -0.49</a:t>
            </a:r>
            <a:endParaRPr sz="135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70" name="Google Shape;370;p21"/>
          <p:cNvGrpSpPr/>
          <p:nvPr/>
        </p:nvGrpSpPr>
        <p:grpSpPr>
          <a:xfrm>
            <a:off x="1685544" y="3639311"/>
            <a:ext cx="4829558" cy="1389628"/>
            <a:chOff x="1685544" y="3639311"/>
            <a:chExt cx="4829558" cy="1389628"/>
          </a:xfrm>
        </p:grpSpPr>
        <p:sp>
          <p:nvSpPr>
            <p:cNvPr id="371" name="Google Shape;371;p21"/>
            <p:cNvSpPr/>
            <p:nvPr/>
          </p:nvSpPr>
          <p:spPr>
            <a:xfrm>
              <a:off x="5434012" y="4986079"/>
              <a:ext cx="1009650" cy="0"/>
            </a:xfrm>
            <a:custGeom>
              <a:rect b="b" l="l" r="r" t="t"/>
              <a:pathLst>
                <a:path extrusionOk="0" h="120000" w="1009650">
                  <a:moveTo>
                    <a:pt x="0" y="0"/>
                  </a:moveTo>
                  <a:lnTo>
                    <a:pt x="100965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1"/>
            <p:cNvSpPr/>
            <p:nvPr/>
          </p:nvSpPr>
          <p:spPr>
            <a:xfrm>
              <a:off x="6429377" y="4943214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0" y="0"/>
                  </a:moveTo>
                  <a:lnTo>
                    <a:pt x="0" y="85724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73" name="Google Shape;373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85544" y="3639311"/>
              <a:ext cx="2069591" cy="431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4" name="Google Shape;374;p21"/>
          <p:cNvSpPr txBox="1"/>
          <p:nvPr/>
        </p:nvSpPr>
        <p:spPr>
          <a:xfrm>
            <a:off x="2736825" y="4141693"/>
            <a:ext cx="210185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-1</a:t>
            </a:r>
            <a:endParaRPr sz="13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5" name="Google Shape;375;p21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6" name="Google Shape;376;p21"/>
          <p:cNvSpPr txBox="1"/>
          <p:nvPr/>
        </p:nvSpPr>
        <p:spPr>
          <a:xfrm>
            <a:off x="1793239" y="3678428"/>
            <a:ext cx="183705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C0066"/>
                </a:solidFill>
                <a:latin typeface="Calibri"/>
                <a:ea typeface="Calibri"/>
                <a:cs typeface="Calibri"/>
                <a:sym typeface="Calibri"/>
              </a:rPr>
              <a:t>Not with a Biased input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1"/>
          <p:cNvSpPr txBox="1"/>
          <p:nvPr/>
        </p:nvSpPr>
        <p:spPr>
          <a:xfrm>
            <a:off x="3544252" y="5313107"/>
            <a:ext cx="751840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="1" baseline="-25000" lang="en-US" sz="1350">
                <a:latin typeface="Tahoma"/>
                <a:ea typeface="Tahoma"/>
                <a:cs typeface="Tahoma"/>
                <a:sym typeface="Tahoma"/>
              </a:rPr>
              <a:t>2 </a:t>
            </a: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= -1</a:t>
            </a:r>
            <a:endParaRPr sz="13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8" name="Google Shape;378;p21"/>
          <p:cNvSpPr txBox="1"/>
          <p:nvPr>
            <p:ph idx="11" type="ftr"/>
          </p:nvPr>
        </p:nvSpPr>
        <p:spPr>
          <a:xfrm>
            <a:off x="3051752" y="6560763"/>
            <a:ext cx="304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2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Simple Network – Three Perceptron nodes</a:t>
            </a:r>
            <a:endParaRPr/>
          </a:p>
        </p:txBody>
      </p:sp>
      <p:pic>
        <p:nvPicPr>
          <p:cNvPr id="384" name="Google Shape;38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7862" y="1686718"/>
            <a:ext cx="5248262" cy="3819518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22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6" name="Google Shape;386;p22"/>
          <p:cNvSpPr txBox="1"/>
          <p:nvPr>
            <p:ph idx="11" type="ftr"/>
          </p:nvPr>
        </p:nvSpPr>
        <p:spPr>
          <a:xfrm>
            <a:off x="3051752" y="6560763"/>
            <a:ext cx="304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3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Simple Network – Three Perceptron nodes</a:t>
            </a:r>
            <a:endParaRPr/>
          </a:p>
        </p:txBody>
      </p:sp>
      <p:pic>
        <p:nvPicPr>
          <p:cNvPr id="392" name="Google Shape;39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5025" y="1262855"/>
            <a:ext cx="4933937" cy="4667244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23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4" name="Google Shape;394;p23"/>
          <p:cNvSpPr txBox="1"/>
          <p:nvPr>
            <p:ph idx="11" type="ftr"/>
          </p:nvPr>
        </p:nvSpPr>
        <p:spPr>
          <a:xfrm>
            <a:off x="3051752" y="6560763"/>
            <a:ext cx="304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4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Simple Network – Three Perceptron nodes</a:t>
            </a:r>
            <a:endParaRPr/>
          </a:p>
        </p:txBody>
      </p:sp>
      <p:pic>
        <p:nvPicPr>
          <p:cNvPr id="400" name="Google Shape;40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5500" y="1277143"/>
            <a:ext cx="4952999" cy="4638674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4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2" name="Google Shape;402;p24"/>
          <p:cNvSpPr txBox="1"/>
          <p:nvPr>
            <p:ph idx="11" type="ftr"/>
          </p:nvPr>
        </p:nvSpPr>
        <p:spPr>
          <a:xfrm>
            <a:off x="3051752" y="6560763"/>
            <a:ext cx="304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5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Simple Network – Three Perceptron nodes</a:t>
            </a:r>
            <a:endParaRPr/>
          </a:p>
        </p:txBody>
      </p:sp>
      <p:pic>
        <p:nvPicPr>
          <p:cNvPr id="408" name="Google Shape;40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9786" y="1277143"/>
            <a:ext cx="4924424" cy="4638674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25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0" name="Google Shape;410;p25"/>
          <p:cNvSpPr txBox="1"/>
          <p:nvPr>
            <p:ph idx="11" type="ftr"/>
          </p:nvPr>
        </p:nvSpPr>
        <p:spPr>
          <a:xfrm>
            <a:off x="3051752" y="6560763"/>
            <a:ext cx="304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6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5392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7272A"/>
                </a:solidFill>
              </a:rPr>
              <a:t>Multi-Layer Perceptron NN</a:t>
            </a:r>
            <a:endParaRPr/>
          </a:p>
        </p:txBody>
      </p:sp>
      <p:pic>
        <p:nvPicPr>
          <p:cNvPr id="416" name="Google Shape;41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487" y="1827123"/>
            <a:ext cx="8198738" cy="3559295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6"/>
          <p:cNvSpPr txBox="1"/>
          <p:nvPr>
            <p:ph idx="12" type="sldNum"/>
          </p:nvPr>
        </p:nvSpPr>
        <p:spPr>
          <a:xfrm>
            <a:off x="265842" y="6555688"/>
            <a:ext cx="2412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418" name="Google Shape;418;p26"/>
          <p:cNvSpPr txBox="1"/>
          <p:nvPr>
            <p:ph idx="11" type="ftr"/>
          </p:nvPr>
        </p:nvSpPr>
        <p:spPr>
          <a:xfrm>
            <a:off x="3051752" y="6560763"/>
            <a:ext cx="304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7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5392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7272A"/>
                </a:solidFill>
              </a:rPr>
              <a:t>Multi-Layer Perceptron NN</a:t>
            </a:r>
            <a:endParaRPr/>
          </a:p>
        </p:txBody>
      </p:sp>
      <p:pic>
        <p:nvPicPr>
          <p:cNvPr id="424" name="Google Shape;42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191" y="1321133"/>
            <a:ext cx="7702208" cy="4709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27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6" name="Google Shape;426;p27"/>
          <p:cNvSpPr txBox="1"/>
          <p:nvPr>
            <p:ph idx="11" type="ftr"/>
          </p:nvPr>
        </p:nvSpPr>
        <p:spPr>
          <a:xfrm>
            <a:off x="3051752" y="6560763"/>
            <a:ext cx="304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8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5392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7272A"/>
                </a:solidFill>
              </a:rPr>
              <a:t>Multi-Layer Perceptron NN</a:t>
            </a:r>
            <a:endParaRPr/>
          </a:p>
        </p:txBody>
      </p:sp>
      <p:pic>
        <p:nvPicPr>
          <p:cNvPr id="432" name="Google Shape;43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9658" y="1739377"/>
            <a:ext cx="6572249" cy="3743324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28"/>
          <p:cNvSpPr txBox="1"/>
          <p:nvPr/>
        </p:nvSpPr>
        <p:spPr>
          <a:xfrm>
            <a:off x="1388644" y="1465579"/>
            <a:ext cx="6751320" cy="1180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81280" rtl="0" algn="ctr">
              <a:lnSpc>
                <a:spcPct val="116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Multiple hidden layers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5720715" rtl="0" algn="ctr">
              <a:lnSpc>
                <a:spcPct val="116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Input layer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508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Output layer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4" name="Google Shape;434;p28"/>
          <p:cNvGrpSpPr/>
          <p:nvPr/>
        </p:nvGrpSpPr>
        <p:grpSpPr>
          <a:xfrm>
            <a:off x="1021984" y="2444230"/>
            <a:ext cx="7391401" cy="3000370"/>
            <a:chOff x="1021984" y="2444230"/>
            <a:chExt cx="7391401" cy="3000370"/>
          </a:xfrm>
        </p:grpSpPr>
        <p:sp>
          <p:nvSpPr>
            <p:cNvPr id="435" name="Google Shape;435;p28"/>
            <p:cNvSpPr/>
            <p:nvPr/>
          </p:nvSpPr>
          <p:spPr>
            <a:xfrm>
              <a:off x="1021984" y="2482333"/>
              <a:ext cx="469900" cy="0"/>
            </a:xfrm>
            <a:custGeom>
              <a:rect b="b" l="l" r="r" t="t"/>
              <a:pathLst>
                <a:path extrusionOk="0" h="120000" w="469900">
                  <a:moveTo>
                    <a:pt x="0" y="0"/>
                  </a:moveTo>
                  <a:lnTo>
                    <a:pt x="469900" y="0"/>
                  </a:lnTo>
                </a:path>
              </a:pathLst>
            </a:custGeom>
            <a:noFill/>
            <a:ln cap="flat" cmpd="sng" w="9525">
              <a:solidFill>
                <a:srgbClr val="4A7EB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8"/>
            <p:cNvSpPr/>
            <p:nvPr/>
          </p:nvSpPr>
          <p:spPr>
            <a:xfrm>
              <a:off x="1479185" y="2444230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7EB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8"/>
            <p:cNvSpPr/>
            <p:nvPr/>
          </p:nvSpPr>
          <p:spPr>
            <a:xfrm>
              <a:off x="1021984" y="3949176"/>
              <a:ext cx="469900" cy="0"/>
            </a:xfrm>
            <a:custGeom>
              <a:rect b="b" l="l" r="r" t="t"/>
              <a:pathLst>
                <a:path extrusionOk="0" h="120000" w="469900">
                  <a:moveTo>
                    <a:pt x="0" y="0"/>
                  </a:moveTo>
                  <a:lnTo>
                    <a:pt x="469900" y="0"/>
                  </a:lnTo>
                </a:path>
              </a:pathLst>
            </a:custGeom>
            <a:noFill/>
            <a:ln cap="flat" cmpd="sng" w="9525">
              <a:solidFill>
                <a:srgbClr val="4A7EB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8"/>
            <p:cNvSpPr/>
            <p:nvPr/>
          </p:nvSpPr>
          <p:spPr>
            <a:xfrm>
              <a:off x="1479185" y="3911074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7EB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8"/>
            <p:cNvSpPr/>
            <p:nvPr/>
          </p:nvSpPr>
          <p:spPr>
            <a:xfrm>
              <a:off x="1021984" y="4687361"/>
              <a:ext cx="469900" cy="0"/>
            </a:xfrm>
            <a:custGeom>
              <a:rect b="b" l="l" r="r" t="t"/>
              <a:pathLst>
                <a:path extrusionOk="0" h="120000" w="469900">
                  <a:moveTo>
                    <a:pt x="0" y="0"/>
                  </a:moveTo>
                  <a:lnTo>
                    <a:pt x="469900" y="0"/>
                  </a:lnTo>
                </a:path>
              </a:pathLst>
            </a:custGeom>
            <a:noFill/>
            <a:ln cap="flat" cmpd="sng" w="9525">
              <a:solidFill>
                <a:srgbClr val="4A7EB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8"/>
            <p:cNvSpPr/>
            <p:nvPr/>
          </p:nvSpPr>
          <p:spPr>
            <a:xfrm>
              <a:off x="1479185" y="4649259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7EB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8"/>
            <p:cNvSpPr/>
            <p:nvPr/>
          </p:nvSpPr>
          <p:spPr>
            <a:xfrm>
              <a:off x="1021984" y="3215754"/>
              <a:ext cx="469900" cy="0"/>
            </a:xfrm>
            <a:custGeom>
              <a:rect b="b" l="l" r="r" t="t"/>
              <a:pathLst>
                <a:path extrusionOk="0" h="120000" w="469900">
                  <a:moveTo>
                    <a:pt x="0" y="0"/>
                  </a:moveTo>
                  <a:lnTo>
                    <a:pt x="469900" y="0"/>
                  </a:lnTo>
                </a:path>
              </a:pathLst>
            </a:custGeom>
            <a:noFill/>
            <a:ln cap="flat" cmpd="sng" w="9525">
              <a:solidFill>
                <a:srgbClr val="4A7EB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8"/>
            <p:cNvSpPr/>
            <p:nvPr/>
          </p:nvSpPr>
          <p:spPr>
            <a:xfrm>
              <a:off x="1479185" y="3177651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7EB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8"/>
            <p:cNvSpPr/>
            <p:nvPr/>
          </p:nvSpPr>
          <p:spPr>
            <a:xfrm>
              <a:off x="1021984" y="5406503"/>
              <a:ext cx="469900" cy="0"/>
            </a:xfrm>
            <a:custGeom>
              <a:rect b="b" l="l" r="r" t="t"/>
              <a:pathLst>
                <a:path extrusionOk="0" h="120000" w="469900">
                  <a:moveTo>
                    <a:pt x="0" y="0"/>
                  </a:moveTo>
                  <a:lnTo>
                    <a:pt x="469900" y="0"/>
                  </a:lnTo>
                </a:path>
              </a:pathLst>
            </a:custGeom>
            <a:noFill/>
            <a:ln cap="flat" cmpd="sng" w="9525">
              <a:solidFill>
                <a:srgbClr val="4A7EB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8"/>
            <p:cNvSpPr/>
            <p:nvPr/>
          </p:nvSpPr>
          <p:spPr>
            <a:xfrm>
              <a:off x="1479185" y="5368400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7EB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8"/>
            <p:cNvSpPr/>
            <p:nvPr/>
          </p:nvSpPr>
          <p:spPr>
            <a:xfrm>
              <a:off x="7879984" y="3218561"/>
              <a:ext cx="469900" cy="0"/>
            </a:xfrm>
            <a:custGeom>
              <a:rect b="b" l="l" r="r" t="t"/>
              <a:pathLst>
                <a:path extrusionOk="0" h="120000" w="469900">
                  <a:moveTo>
                    <a:pt x="0" y="0"/>
                  </a:moveTo>
                  <a:lnTo>
                    <a:pt x="469900" y="0"/>
                  </a:lnTo>
                </a:path>
              </a:pathLst>
            </a:custGeom>
            <a:noFill/>
            <a:ln cap="flat" cmpd="sng" w="9525">
              <a:solidFill>
                <a:srgbClr val="4A7EB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8"/>
            <p:cNvSpPr/>
            <p:nvPr/>
          </p:nvSpPr>
          <p:spPr>
            <a:xfrm>
              <a:off x="8337185" y="3180458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7EB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8"/>
            <p:cNvSpPr/>
            <p:nvPr/>
          </p:nvSpPr>
          <p:spPr>
            <a:xfrm>
              <a:off x="7879984" y="4685404"/>
              <a:ext cx="469900" cy="0"/>
            </a:xfrm>
            <a:custGeom>
              <a:rect b="b" l="l" r="r" t="t"/>
              <a:pathLst>
                <a:path extrusionOk="0" h="120000" w="469900">
                  <a:moveTo>
                    <a:pt x="0" y="0"/>
                  </a:moveTo>
                  <a:lnTo>
                    <a:pt x="469900" y="0"/>
                  </a:lnTo>
                </a:path>
              </a:pathLst>
            </a:custGeom>
            <a:noFill/>
            <a:ln cap="flat" cmpd="sng" w="9525">
              <a:solidFill>
                <a:srgbClr val="4A7EB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8"/>
            <p:cNvSpPr/>
            <p:nvPr/>
          </p:nvSpPr>
          <p:spPr>
            <a:xfrm>
              <a:off x="8337185" y="4647302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7EB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28"/>
            <p:cNvSpPr/>
            <p:nvPr/>
          </p:nvSpPr>
          <p:spPr>
            <a:xfrm>
              <a:off x="7879984" y="3951983"/>
              <a:ext cx="469900" cy="0"/>
            </a:xfrm>
            <a:custGeom>
              <a:rect b="b" l="l" r="r" t="t"/>
              <a:pathLst>
                <a:path extrusionOk="0" h="120000" w="469900">
                  <a:moveTo>
                    <a:pt x="0" y="0"/>
                  </a:moveTo>
                  <a:lnTo>
                    <a:pt x="469900" y="0"/>
                  </a:lnTo>
                </a:path>
              </a:pathLst>
            </a:custGeom>
            <a:noFill/>
            <a:ln cap="flat" cmpd="sng" w="9525">
              <a:solidFill>
                <a:srgbClr val="4A7EB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28"/>
            <p:cNvSpPr/>
            <p:nvPr/>
          </p:nvSpPr>
          <p:spPr>
            <a:xfrm>
              <a:off x="8337185" y="3913880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7EB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1" name="Google Shape;451;p28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2" name="Google Shape;452;p28"/>
          <p:cNvSpPr txBox="1"/>
          <p:nvPr>
            <p:ph idx="11" type="ftr"/>
          </p:nvPr>
        </p:nvSpPr>
        <p:spPr>
          <a:xfrm>
            <a:off x="3051752" y="6560763"/>
            <a:ext cx="304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9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800">
            <a:spAutoFit/>
          </a:bodyPr>
          <a:lstStyle/>
          <a:p>
            <a:pPr indent="0" lvl="0" marL="13354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</a:rPr>
              <a:t>Decision Boundary in Different Cases</a:t>
            </a:r>
            <a:endParaRPr sz="3200"/>
          </a:p>
        </p:txBody>
      </p:sp>
      <p:grpSp>
        <p:nvGrpSpPr>
          <p:cNvPr id="458" name="Google Shape;458;p29"/>
          <p:cNvGrpSpPr/>
          <p:nvPr/>
        </p:nvGrpSpPr>
        <p:grpSpPr>
          <a:xfrm>
            <a:off x="5893583" y="4924019"/>
            <a:ext cx="1368961" cy="1134732"/>
            <a:chOff x="5893583" y="4924019"/>
            <a:chExt cx="1368961" cy="1134732"/>
          </a:xfrm>
        </p:grpSpPr>
        <p:sp>
          <p:nvSpPr>
            <p:cNvPr id="459" name="Google Shape;459;p29"/>
            <p:cNvSpPr/>
            <p:nvPr/>
          </p:nvSpPr>
          <p:spPr>
            <a:xfrm>
              <a:off x="6152564" y="5084661"/>
              <a:ext cx="1109980" cy="974090"/>
            </a:xfrm>
            <a:custGeom>
              <a:rect b="b" l="l" r="r" t="t"/>
              <a:pathLst>
                <a:path extrusionOk="0" h="974089" w="1109979">
                  <a:moveTo>
                    <a:pt x="295973" y="0"/>
                  </a:moveTo>
                  <a:lnTo>
                    <a:pt x="73990" y="243509"/>
                  </a:lnTo>
                  <a:lnTo>
                    <a:pt x="443966" y="324675"/>
                  </a:lnTo>
                  <a:lnTo>
                    <a:pt x="443966" y="649350"/>
                  </a:lnTo>
                  <a:lnTo>
                    <a:pt x="147993" y="649350"/>
                  </a:lnTo>
                  <a:lnTo>
                    <a:pt x="0" y="892860"/>
                  </a:lnTo>
                  <a:lnTo>
                    <a:pt x="665949" y="974026"/>
                  </a:lnTo>
                  <a:lnTo>
                    <a:pt x="1109916" y="649350"/>
                  </a:lnTo>
                  <a:lnTo>
                    <a:pt x="887933" y="81165"/>
                  </a:lnTo>
                  <a:lnTo>
                    <a:pt x="295973" y="0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9"/>
            <p:cNvSpPr/>
            <p:nvPr/>
          </p:nvSpPr>
          <p:spPr>
            <a:xfrm>
              <a:off x="6152564" y="5084661"/>
              <a:ext cx="1109980" cy="974090"/>
            </a:xfrm>
            <a:custGeom>
              <a:rect b="b" l="l" r="r" t="t"/>
              <a:pathLst>
                <a:path extrusionOk="0" h="974089" w="1109979">
                  <a:moveTo>
                    <a:pt x="0" y="892860"/>
                  </a:moveTo>
                  <a:lnTo>
                    <a:pt x="147993" y="649350"/>
                  </a:lnTo>
                  <a:lnTo>
                    <a:pt x="443966" y="649350"/>
                  </a:lnTo>
                  <a:lnTo>
                    <a:pt x="443966" y="324675"/>
                  </a:lnTo>
                  <a:lnTo>
                    <a:pt x="73990" y="243509"/>
                  </a:lnTo>
                  <a:lnTo>
                    <a:pt x="295973" y="0"/>
                  </a:lnTo>
                  <a:lnTo>
                    <a:pt x="887933" y="81165"/>
                  </a:lnTo>
                  <a:lnTo>
                    <a:pt x="1109916" y="649350"/>
                  </a:lnTo>
                  <a:lnTo>
                    <a:pt x="665949" y="974026"/>
                  </a:lnTo>
                  <a:lnTo>
                    <a:pt x="0" y="89286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9"/>
            <p:cNvSpPr/>
            <p:nvPr/>
          </p:nvSpPr>
          <p:spPr>
            <a:xfrm>
              <a:off x="5895124" y="4924019"/>
              <a:ext cx="590550" cy="406400"/>
            </a:xfrm>
            <a:custGeom>
              <a:rect b="b" l="l" r="r" t="t"/>
              <a:pathLst>
                <a:path extrusionOk="0" h="406400" w="590550">
                  <a:moveTo>
                    <a:pt x="0" y="405841"/>
                  </a:moveTo>
                  <a:lnTo>
                    <a:pt x="2700" y="366824"/>
                  </a:lnTo>
                  <a:lnTo>
                    <a:pt x="10636" y="328853"/>
                  </a:lnTo>
                  <a:lnTo>
                    <a:pt x="23563" y="292097"/>
                  </a:lnTo>
                  <a:lnTo>
                    <a:pt x="41232" y="256725"/>
                  </a:lnTo>
                  <a:lnTo>
                    <a:pt x="63398" y="222907"/>
                  </a:lnTo>
                  <a:lnTo>
                    <a:pt x="89815" y="190812"/>
                  </a:lnTo>
                  <a:lnTo>
                    <a:pt x="120235" y="160611"/>
                  </a:lnTo>
                  <a:lnTo>
                    <a:pt x="154413" y="132472"/>
                  </a:lnTo>
                  <a:lnTo>
                    <a:pt x="192102" y="106565"/>
                  </a:lnTo>
                  <a:lnTo>
                    <a:pt x="233054" y="83059"/>
                  </a:lnTo>
                  <a:lnTo>
                    <a:pt x="277025" y="62124"/>
                  </a:lnTo>
                  <a:lnTo>
                    <a:pt x="323767" y="43930"/>
                  </a:lnTo>
                  <a:lnTo>
                    <a:pt x="373035" y="28646"/>
                  </a:lnTo>
                  <a:lnTo>
                    <a:pt x="424580" y="16441"/>
                  </a:lnTo>
                  <a:lnTo>
                    <a:pt x="478158" y="7486"/>
                  </a:lnTo>
                  <a:lnTo>
                    <a:pt x="533521" y="1949"/>
                  </a:lnTo>
                  <a:lnTo>
                    <a:pt x="590423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9"/>
            <p:cNvSpPr/>
            <p:nvPr/>
          </p:nvSpPr>
          <p:spPr>
            <a:xfrm>
              <a:off x="5893583" y="5329864"/>
              <a:ext cx="593725" cy="406400"/>
            </a:xfrm>
            <a:custGeom>
              <a:rect b="b" l="l" r="r" t="t"/>
              <a:pathLst>
                <a:path extrusionOk="0" h="406400" w="593725">
                  <a:moveTo>
                    <a:pt x="593496" y="405841"/>
                  </a:moveTo>
                  <a:lnTo>
                    <a:pt x="591959" y="405841"/>
                  </a:lnTo>
                  <a:lnTo>
                    <a:pt x="534951" y="403983"/>
                  </a:lnTo>
                  <a:lnTo>
                    <a:pt x="479475" y="398523"/>
                  </a:lnTo>
                  <a:lnTo>
                    <a:pt x="425780" y="389632"/>
                  </a:lnTo>
                  <a:lnTo>
                    <a:pt x="374115" y="377478"/>
                  </a:lnTo>
                  <a:lnTo>
                    <a:pt x="324727" y="362232"/>
                  </a:lnTo>
                  <a:lnTo>
                    <a:pt x="277864" y="344065"/>
                  </a:lnTo>
                  <a:lnTo>
                    <a:pt x="233774" y="323145"/>
                  </a:lnTo>
                  <a:lnTo>
                    <a:pt x="192706" y="299644"/>
                  </a:lnTo>
                  <a:lnTo>
                    <a:pt x="154908" y="273731"/>
                  </a:lnTo>
                  <a:lnTo>
                    <a:pt x="120628" y="245576"/>
                  </a:lnTo>
                  <a:lnTo>
                    <a:pt x="90113" y="215349"/>
                  </a:lnTo>
                  <a:lnTo>
                    <a:pt x="63612" y="183220"/>
                  </a:lnTo>
                  <a:lnTo>
                    <a:pt x="41373" y="149359"/>
                  </a:lnTo>
                  <a:lnTo>
                    <a:pt x="23644" y="113937"/>
                  </a:lnTo>
                  <a:lnTo>
                    <a:pt x="10674" y="77123"/>
                  </a:lnTo>
                  <a:lnTo>
                    <a:pt x="2709" y="39087"/>
                  </a:ln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9"/>
            <p:cNvSpPr/>
            <p:nvPr/>
          </p:nvSpPr>
          <p:spPr>
            <a:xfrm>
              <a:off x="6191101" y="5086351"/>
              <a:ext cx="294640" cy="243840"/>
            </a:xfrm>
            <a:custGeom>
              <a:rect b="b" l="l" r="r" t="t"/>
              <a:pathLst>
                <a:path extrusionOk="0" h="243839" w="294639">
                  <a:moveTo>
                    <a:pt x="0" y="243509"/>
                  </a:moveTo>
                  <a:lnTo>
                    <a:pt x="4735" y="199889"/>
                  </a:lnTo>
                  <a:lnTo>
                    <a:pt x="18391" y="158817"/>
                  </a:lnTo>
                  <a:lnTo>
                    <a:pt x="40143" y="120975"/>
                  </a:lnTo>
                  <a:lnTo>
                    <a:pt x="69166" y="87046"/>
                  </a:lnTo>
                  <a:lnTo>
                    <a:pt x="104633" y="57713"/>
                  </a:lnTo>
                  <a:lnTo>
                    <a:pt x="145720" y="33659"/>
                  </a:lnTo>
                  <a:lnTo>
                    <a:pt x="191602" y="15567"/>
                  </a:lnTo>
                  <a:lnTo>
                    <a:pt x="241454" y="4119"/>
                  </a:lnTo>
                  <a:lnTo>
                    <a:pt x="294449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9"/>
            <p:cNvSpPr/>
            <p:nvPr/>
          </p:nvSpPr>
          <p:spPr>
            <a:xfrm>
              <a:off x="6189557" y="5329858"/>
              <a:ext cx="297815" cy="243840"/>
            </a:xfrm>
            <a:custGeom>
              <a:rect b="b" l="l" r="r" t="t"/>
              <a:pathLst>
                <a:path extrusionOk="0" h="243839" w="297814">
                  <a:moveTo>
                    <a:pt x="297522" y="243509"/>
                  </a:moveTo>
                  <a:lnTo>
                    <a:pt x="295986" y="243509"/>
                  </a:lnTo>
                  <a:lnTo>
                    <a:pt x="242784" y="239586"/>
                  </a:lnTo>
                  <a:lnTo>
                    <a:pt x="192709" y="228275"/>
                  </a:lnTo>
                  <a:lnTo>
                    <a:pt x="146599" y="210264"/>
                  </a:lnTo>
                  <a:lnTo>
                    <a:pt x="105288" y="186241"/>
                  </a:lnTo>
                  <a:lnTo>
                    <a:pt x="69614" y="156892"/>
                  </a:lnTo>
                  <a:lnTo>
                    <a:pt x="40412" y="122906"/>
                  </a:lnTo>
                  <a:lnTo>
                    <a:pt x="18518" y="84970"/>
                  </a:lnTo>
                  <a:lnTo>
                    <a:pt x="4768" y="43772"/>
                  </a:ln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29"/>
            <p:cNvSpPr/>
            <p:nvPr/>
          </p:nvSpPr>
          <p:spPr>
            <a:xfrm>
              <a:off x="6485539" y="5167523"/>
              <a:ext cx="593725" cy="406400"/>
            </a:xfrm>
            <a:custGeom>
              <a:rect b="b" l="l" r="r" t="t"/>
              <a:pathLst>
                <a:path extrusionOk="0" h="406400" w="593725">
                  <a:moveTo>
                    <a:pt x="0" y="0"/>
                  </a:moveTo>
                  <a:lnTo>
                    <a:pt x="1536" y="0"/>
                  </a:lnTo>
                  <a:lnTo>
                    <a:pt x="58545" y="1857"/>
                  </a:lnTo>
                  <a:lnTo>
                    <a:pt x="114020" y="7317"/>
                  </a:lnTo>
                  <a:lnTo>
                    <a:pt x="167715" y="16209"/>
                  </a:lnTo>
                  <a:lnTo>
                    <a:pt x="219380" y="28362"/>
                  </a:lnTo>
                  <a:lnTo>
                    <a:pt x="268769" y="43608"/>
                  </a:lnTo>
                  <a:lnTo>
                    <a:pt x="315632" y="61775"/>
                  </a:lnTo>
                  <a:lnTo>
                    <a:pt x="359721" y="82695"/>
                  </a:lnTo>
                  <a:lnTo>
                    <a:pt x="400789" y="106196"/>
                  </a:lnTo>
                  <a:lnTo>
                    <a:pt x="438587" y="132109"/>
                  </a:lnTo>
                  <a:lnTo>
                    <a:pt x="472868" y="160265"/>
                  </a:lnTo>
                  <a:lnTo>
                    <a:pt x="503383" y="190491"/>
                  </a:lnTo>
                  <a:lnTo>
                    <a:pt x="529884" y="222620"/>
                  </a:lnTo>
                  <a:lnTo>
                    <a:pt x="552122" y="256481"/>
                  </a:lnTo>
                  <a:lnTo>
                    <a:pt x="569851" y="291903"/>
                  </a:lnTo>
                  <a:lnTo>
                    <a:pt x="582822" y="328717"/>
                  </a:lnTo>
                  <a:lnTo>
                    <a:pt x="590786" y="366753"/>
                  </a:lnTo>
                  <a:lnTo>
                    <a:pt x="593496" y="405841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9"/>
            <p:cNvSpPr/>
            <p:nvPr/>
          </p:nvSpPr>
          <p:spPr>
            <a:xfrm>
              <a:off x="6488612" y="5573368"/>
              <a:ext cx="590550" cy="406400"/>
            </a:xfrm>
            <a:custGeom>
              <a:rect b="b" l="l" r="r" t="t"/>
              <a:pathLst>
                <a:path extrusionOk="0" h="406400" w="590550">
                  <a:moveTo>
                    <a:pt x="590423" y="0"/>
                  </a:moveTo>
                  <a:lnTo>
                    <a:pt x="587722" y="39016"/>
                  </a:lnTo>
                  <a:lnTo>
                    <a:pt x="579786" y="76987"/>
                  </a:lnTo>
                  <a:lnTo>
                    <a:pt x="566859" y="113744"/>
                  </a:lnTo>
                  <a:lnTo>
                    <a:pt x="549190" y="149115"/>
                  </a:lnTo>
                  <a:lnTo>
                    <a:pt x="527024" y="182933"/>
                  </a:lnTo>
                  <a:lnTo>
                    <a:pt x="500607" y="215028"/>
                  </a:lnTo>
                  <a:lnTo>
                    <a:pt x="470187" y="245229"/>
                  </a:lnTo>
                  <a:lnTo>
                    <a:pt x="436009" y="273368"/>
                  </a:lnTo>
                  <a:lnTo>
                    <a:pt x="398320" y="299275"/>
                  </a:lnTo>
                  <a:lnTo>
                    <a:pt x="357368" y="322781"/>
                  </a:lnTo>
                  <a:lnTo>
                    <a:pt x="313397" y="343716"/>
                  </a:lnTo>
                  <a:lnTo>
                    <a:pt x="266655" y="361910"/>
                  </a:lnTo>
                  <a:lnTo>
                    <a:pt x="217387" y="377194"/>
                  </a:lnTo>
                  <a:lnTo>
                    <a:pt x="165842" y="389399"/>
                  </a:lnTo>
                  <a:lnTo>
                    <a:pt x="112264" y="398354"/>
                  </a:lnTo>
                  <a:lnTo>
                    <a:pt x="56901" y="403892"/>
                  </a:lnTo>
                  <a:lnTo>
                    <a:pt x="0" y="405841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9"/>
            <p:cNvSpPr/>
            <p:nvPr/>
          </p:nvSpPr>
          <p:spPr>
            <a:xfrm>
              <a:off x="6485539" y="5329861"/>
              <a:ext cx="297815" cy="243840"/>
            </a:xfrm>
            <a:custGeom>
              <a:rect b="b" l="l" r="r" t="t"/>
              <a:pathLst>
                <a:path extrusionOk="0" h="243839" w="297815">
                  <a:moveTo>
                    <a:pt x="0" y="0"/>
                  </a:moveTo>
                  <a:lnTo>
                    <a:pt x="1536" y="0"/>
                  </a:lnTo>
                  <a:lnTo>
                    <a:pt x="54738" y="3923"/>
                  </a:lnTo>
                  <a:lnTo>
                    <a:pt x="104813" y="15233"/>
                  </a:lnTo>
                  <a:lnTo>
                    <a:pt x="150923" y="33244"/>
                  </a:lnTo>
                  <a:lnTo>
                    <a:pt x="192233" y="57268"/>
                  </a:lnTo>
                  <a:lnTo>
                    <a:pt x="227908" y="86616"/>
                  </a:lnTo>
                  <a:lnTo>
                    <a:pt x="257110" y="120602"/>
                  </a:lnTo>
                  <a:lnTo>
                    <a:pt x="279004" y="158538"/>
                  </a:lnTo>
                  <a:lnTo>
                    <a:pt x="292753" y="199736"/>
                  </a:lnTo>
                  <a:lnTo>
                    <a:pt x="297522" y="243509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29"/>
            <p:cNvSpPr/>
            <p:nvPr/>
          </p:nvSpPr>
          <p:spPr>
            <a:xfrm>
              <a:off x="6488609" y="5573368"/>
              <a:ext cx="294640" cy="243840"/>
            </a:xfrm>
            <a:custGeom>
              <a:rect b="b" l="l" r="r" t="t"/>
              <a:pathLst>
                <a:path extrusionOk="0" h="243839" w="294640">
                  <a:moveTo>
                    <a:pt x="294449" y="0"/>
                  </a:moveTo>
                  <a:lnTo>
                    <a:pt x="289714" y="43619"/>
                  </a:lnTo>
                  <a:lnTo>
                    <a:pt x="276057" y="84692"/>
                  </a:lnTo>
                  <a:lnTo>
                    <a:pt x="254305" y="122534"/>
                  </a:lnTo>
                  <a:lnTo>
                    <a:pt x="225283" y="156463"/>
                  </a:lnTo>
                  <a:lnTo>
                    <a:pt x="189816" y="185796"/>
                  </a:lnTo>
                  <a:lnTo>
                    <a:pt x="148728" y="209850"/>
                  </a:lnTo>
                  <a:lnTo>
                    <a:pt x="102846" y="227942"/>
                  </a:lnTo>
                  <a:lnTo>
                    <a:pt x="52995" y="239389"/>
                  </a:lnTo>
                  <a:lnTo>
                    <a:pt x="0" y="243509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9" name="Google Shape;469;p29"/>
          <p:cNvGrpSpPr/>
          <p:nvPr/>
        </p:nvGrpSpPr>
        <p:grpSpPr>
          <a:xfrm>
            <a:off x="5893583" y="2000241"/>
            <a:ext cx="1443288" cy="2760360"/>
            <a:chOff x="5893583" y="2000241"/>
            <a:chExt cx="1443288" cy="2760360"/>
          </a:xfrm>
        </p:grpSpPr>
        <p:sp>
          <p:nvSpPr>
            <p:cNvPr id="470" name="Google Shape;470;p29"/>
            <p:cNvSpPr/>
            <p:nvPr/>
          </p:nvSpPr>
          <p:spPr>
            <a:xfrm>
              <a:off x="6226558" y="3380111"/>
              <a:ext cx="1109980" cy="1380490"/>
            </a:xfrm>
            <a:custGeom>
              <a:rect b="b" l="l" r="r" t="t"/>
              <a:pathLst>
                <a:path extrusionOk="0" h="1380489" w="1109979">
                  <a:moveTo>
                    <a:pt x="1109916" y="0"/>
                  </a:moveTo>
                  <a:lnTo>
                    <a:pt x="0" y="568185"/>
                  </a:lnTo>
                  <a:lnTo>
                    <a:pt x="1109916" y="1379880"/>
                  </a:lnTo>
                  <a:lnTo>
                    <a:pt x="1109916" y="0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9"/>
            <p:cNvSpPr/>
            <p:nvPr/>
          </p:nvSpPr>
          <p:spPr>
            <a:xfrm>
              <a:off x="6226558" y="3380111"/>
              <a:ext cx="1109980" cy="1380490"/>
            </a:xfrm>
            <a:custGeom>
              <a:rect b="b" l="l" r="r" t="t"/>
              <a:pathLst>
                <a:path extrusionOk="0" h="1380489" w="1109979">
                  <a:moveTo>
                    <a:pt x="0" y="568185"/>
                  </a:moveTo>
                  <a:lnTo>
                    <a:pt x="1109916" y="0"/>
                  </a:lnTo>
                  <a:lnTo>
                    <a:pt x="1109916" y="1379880"/>
                  </a:lnTo>
                  <a:lnTo>
                    <a:pt x="0" y="568185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9"/>
            <p:cNvSpPr/>
            <p:nvPr/>
          </p:nvSpPr>
          <p:spPr>
            <a:xfrm>
              <a:off x="6300552" y="2000241"/>
              <a:ext cx="1036319" cy="1380490"/>
            </a:xfrm>
            <a:custGeom>
              <a:rect b="b" l="l" r="r" t="t"/>
              <a:pathLst>
                <a:path extrusionOk="0" h="1380489" w="1036320">
                  <a:moveTo>
                    <a:pt x="1035926" y="0"/>
                  </a:moveTo>
                  <a:lnTo>
                    <a:pt x="0" y="0"/>
                  </a:lnTo>
                  <a:lnTo>
                    <a:pt x="443966" y="1379867"/>
                  </a:lnTo>
                  <a:lnTo>
                    <a:pt x="1035926" y="1379867"/>
                  </a:lnTo>
                  <a:lnTo>
                    <a:pt x="1035926" y="0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29"/>
            <p:cNvSpPr/>
            <p:nvPr/>
          </p:nvSpPr>
          <p:spPr>
            <a:xfrm>
              <a:off x="6300552" y="2000241"/>
              <a:ext cx="1036319" cy="1380490"/>
            </a:xfrm>
            <a:custGeom>
              <a:rect b="b" l="l" r="r" t="t"/>
              <a:pathLst>
                <a:path extrusionOk="0" h="1380489" w="1036320">
                  <a:moveTo>
                    <a:pt x="0" y="0"/>
                  </a:moveTo>
                  <a:lnTo>
                    <a:pt x="443966" y="1379867"/>
                  </a:lnTo>
                  <a:lnTo>
                    <a:pt x="1035926" y="1379867"/>
                  </a:lnTo>
                  <a:lnTo>
                    <a:pt x="1035926" y="0"/>
                  </a:ln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29"/>
            <p:cNvSpPr/>
            <p:nvPr/>
          </p:nvSpPr>
          <p:spPr>
            <a:xfrm>
              <a:off x="5895124" y="2164273"/>
              <a:ext cx="590550" cy="406400"/>
            </a:xfrm>
            <a:custGeom>
              <a:rect b="b" l="l" r="r" t="t"/>
              <a:pathLst>
                <a:path extrusionOk="0" h="406400" w="590550">
                  <a:moveTo>
                    <a:pt x="0" y="405841"/>
                  </a:moveTo>
                  <a:lnTo>
                    <a:pt x="2700" y="366824"/>
                  </a:lnTo>
                  <a:lnTo>
                    <a:pt x="10636" y="328853"/>
                  </a:lnTo>
                  <a:lnTo>
                    <a:pt x="23563" y="292097"/>
                  </a:lnTo>
                  <a:lnTo>
                    <a:pt x="41232" y="256725"/>
                  </a:lnTo>
                  <a:lnTo>
                    <a:pt x="63398" y="222907"/>
                  </a:lnTo>
                  <a:lnTo>
                    <a:pt x="89815" y="190812"/>
                  </a:lnTo>
                  <a:lnTo>
                    <a:pt x="120235" y="160611"/>
                  </a:lnTo>
                  <a:lnTo>
                    <a:pt x="154413" y="132472"/>
                  </a:lnTo>
                  <a:lnTo>
                    <a:pt x="192102" y="106565"/>
                  </a:lnTo>
                  <a:lnTo>
                    <a:pt x="233054" y="83059"/>
                  </a:lnTo>
                  <a:lnTo>
                    <a:pt x="277025" y="62124"/>
                  </a:lnTo>
                  <a:lnTo>
                    <a:pt x="323767" y="43930"/>
                  </a:lnTo>
                  <a:lnTo>
                    <a:pt x="373035" y="28646"/>
                  </a:lnTo>
                  <a:lnTo>
                    <a:pt x="424580" y="16441"/>
                  </a:lnTo>
                  <a:lnTo>
                    <a:pt x="478158" y="7486"/>
                  </a:lnTo>
                  <a:lnTo>
                    <a:pt x="533521" y="1949"/>
                  </a:lnTo>
                  <a:lnTo>
                    <a:pt x="590423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29"/>
            <p:cNvSpPr/>
            <p:nvPr/>
          </p:nvSpPr>
          <p:spPr>
            <a:xfrm>
              <a:off x="5893583" y="2570118"/>
              <a:ext cx="593725" cy="406400"/>
            </a:xfrm>
            <a:custGeom>
              <a:rect b="b" l="l" r="r" t="t"/>
              <a:pathLst>
                <a:path extrusionOk="0" h="406400" w="593725">
                  <a:moveTo>
                    <a:pt x="593496" y="405841"/>
                  </a:moveTo>
                  <a:lnTo>
                    <a:pt x="591959" y="405841"/>
                  </a:lnTo>
                  <a:lnTo>
                    <a:pt x="534951" y="403983"/>
                  </a:lnTo>
                  <a:lnTo>
                    <a:pt x="479475" y="398523"/>
                  </a:lnTo>
                  <a:lnTo>
                    <a:pt x="425780" y="389632"/>
                  </a:lnTo>
                  <a:lnTo>
                    <a:pt x="374115" y="377478"/>
                  </a:lnTo>
                  <a:lnTo>
                    <a:pt x="324727" y="362232"/>
                  </a:lnTo>
                  <a:lnTo>
                    <a:pt x="277864" y="344065"/>
                  </a:lnTo>
                  <a:lnTo>
                    <a:pt x="233774" y="323145"/>
                  </a:lnTo>
                  <a:lnTo>
                    <a:pt x="192706" y="299644"/>
                  </a:lnTo>
                  <a:lnTo>
                    <a:pt x="154908" y="273731"/>
                  </a:lnTo>
                  <a:lnTo>
                    <a:pt x="120628" y="245576"/>
                  </a:lnTo>
                  <a:lnTo>
                    <a:pt x="90113" y="215349"/>
                  </a:lnTo>
                  <a:lnTo>
                    <a:pt x="63612" y="183220"/>
                  </a:lnTo>
                  <a:lnTo>
                    <a:pt x="41373" y="149359"/>
                  </a:lnTo>
                  <a:lnTo>
                    <a:pt x="23644" y="113937"/>
                  </a:lnTo>
                  <a:lnTo>
                    <a:pt x="10674" y="77123"/>
                  </a:lnTo>
                  <a:lnTo>
                    <a:pt x="2709" y="39087"/>
                  </a:ln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9"/>
            <p:cNvSpPr/>
            <p:nvPr/>
          </p:nvSpPr>
          <p:spPr>
            <a:xfrm>
              <a:off x="6191101" y="2326604"/>
              <a:ext cx="294640" cy="243840"/>
            </a:xfrm>
            <a:custGeom>
              <a:rect b="b" l="l" r="r" t="t"/>
              <a:pathLst>
                <a:path extrusionOk="0" h="243839" w="294639">
                  <a:moveTo>
                    <a:pt x="0" y="243509"/>
                  </a:moveTo>
                  <a:lnTo>
                    <a:pt x="4735" y="199889"/>
                  </a:lnTo>
                  <a:lnTo>
                    <a:pt x="18391" y="158817"/>
                  </a:lnTo>
                  <a:lnTo>
                    <a:pt x="40143" y="120975"/>
                  </a:lnTo>
                  <a:lnTo>
                    <a:pt x="69166" y="87046"/>
                  </a:lnTo>
                  <a:lnTo>
                    <a:pt x="104633" y="57713"/>
                  </a:lnTo>
                  <a:lnTo>
                    <a:pt x="145720" y="33659"/>
                  </a:lnTo>
                  <a:lnTo>
                    <a:pt x="191602" y="15567"/>
                  </a:lnTo>
                  <a:lnTo>
                    <a:pt x="241454" y="4119"/>
                  </a:lnTo>
                  <a:lnTo>
                    <a:pt x="294449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9"/>
            <p:cNvSpPr/>
            <p:nvPr/>
          </p:nvSpPr>
          <p:spPr>
            <a:xfrm>
              <a:off x="6189557" y="2570111"/>
              <a:ext cx="297815" cy="243840"/>
            </a:xfrm>
            <a:custGeom>
              <a:rect b="b" l="l" r="r" t="t"/>
              <a:pathLst>
                <a:path extrusionOk="0" h="243839" w="297814">
                  <a:moveTo>
                    <a:pt x="297522" y="243509"/>
                  </a:moveTo>
                  <a:lnTo>
                    <a:pt x="295986" y="243509"/>
                  </a:lnTo>
                  <a:lnTo>
                    <a:pt x="242784" y="239586"/>
                  </a:lnTo>
                  <a:lnTo>
                    <a:pt x="192709" y="228275"/>
                  </a:lnTo>
                  <a:lnTo>
                    <a:pt x="146599" y="210264"/>
                  </a:lnTo>
                  <a:lnTo>
                    <a:pt x="105288" y="186241"/>
                  </a:lnTo>
                  <a:lnTo>
                    <a:pt x="69614" y="156892"/>
                  </a:lnTo>
                  <a:lnTo>
                    <a:pt x="40412" y="122906"/>
                  </a:lnTo>
                  <a:lnTo>
                    <a:pt x="18518" y="84970"/>
                  </a:lnTo>
                  <a:lnTo>
                    <a:pt x="4768" y="43772"/>
                  </a:ln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29"/>
            <p:cNvSpPr/>
            <p:nvPr/>
          </p:nvSpPr>
          <p:spPr>
            <a:xfrm>
              <a:off x="6485539" y="2407776"/>
              <a:ext cx="593725" cy="406400"/>
            </a:xfrm>
            <a:custGeom>
              <a:rect b="b" l="l" r="r" t="t"/>
              <a:pathLst>
                <a:path extrusionOk="0" h="406400" w="593725">
                  <a:moveTo>
                    <a:pt x="0" y="0"/>
                  </a:moveTo>
                  <a:lnTo>
                    <a:pt x="1536" y="0"/>
                  </a:lnTo>
                  <a:lnTo>
                    <a:pt x="58545" y="1857"/>
                  </a:lnTo>
                  <a:lnTo>
                    <a:pt x="114020" y="7317"/>
                  </a:lnTo>
                  <a:lnTo>
                    <a:pt x="167715" y="16209"/>
                  </a:lnTo>
                  <a:lnTo>
                    <a:pt x="219380" y="28362"/>
                  </a:lnTo>
                  <a:lnTo>
                    <a:pt x="268769" y="43608"/>
                  </a:lnTo>
                  <a:lnTo>
                    <a:pt x="315632" y="61775"/>
                  </a:lnTo>
                  <a:lnTo>
                    <a:pt x="359721" y="82695"/>
                  </a:lnTo>
                  <a:lnTo>
                    <a:pt x="400789" y="106196"/>
                  </a:lnTo>
                  <a:lnTo>
                    <a:pt x="438587" y="132109"/>
                  </a:lnTo>
                  <a:lnTo>
                    <a:pt x="472868" y="160265"/>
                  </a:lnTo>
                  <a:lnTo>
                    <a:pt x="503383" y="190491"/>
                  </a:lnTo>
                  <a:lnTo>
                    <a:pt x="529884" y="222620"/>
                  </a:lnTo>
                  <a:lnTo>
                    <a:pt x="552122" y="256481"/>
                  </a:lnTo>
                  <a:lnTo>
                    <a:pt x="569851" y="291903"/>
                  </a:lnTo>
                  <a:lnTo>
                    <a:pt x="582822" y="328717"/>
                  </a:lnTo>
                  <a:lnTo>
                    <a:pt x="590786" y="366753"/>
                  </a:lnTo>
                  <a:lnTo>
                    <a:pt x="593496" y="405841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29"/>
            <p:cNvSpPr/>
            <p:nvPr/>
          </p:nvSpPr>
          <p:spPr>
            <a:xfrm>
              <a:off x="6488612" y="2813621"/>
              <a:ext cx="590550" cy="406400"/>
            </a:xfrm>
            <a:custGeom>
              <a:rect b="b" l="l" r="r" t="t"/>
              <a:pathLst>
                <a:path extrusionOk="0" h="406400" w="590550">
                  <a:moveTo>
                    <a:pt x="590423" y="0"/>
                  </a:moveTo>
                  <a:lnTo>
                    <a:pt x="587722" y="39016"/>
                  </a:lnTo>
                  <a:lnTo>
                    <a:pt x="579786" y="76987"/>
                  </a:lnTo>
                  <a:lnTo>
                    <a:pt x="566859" y="113744"/>
                  </a:lnTo>
                  <a:lnTo>
                    <a:pt x="549190" y="149115"/>
                  </a:lnTo>
                  <a:lnTo>
                    <a:pt x="527024" y="182933"/>
                  </a:lnTo>
                  <a:lnTo>
                    <a:pt x="500607" y="215028"/>
                  </a:lnTo>
                  <a:lnTo>
                    <a:pt x="470187" y="245229"/>
                  </a:lnTo>
                  <a:lnTo>
                    <a:pt x="436009" y="273368"/>
                  </a:lnTo>
                  <a:lnTo>
                    <a:pt x="398320" y="299275"/>
                  </a:lnTo>
                  <a:lnTo>
                    <a:pt x="357368" y="322781"/>
                  </a:lnTo>
                  <a:lnTo>
                    <a:pt x="313397" y="343716"/>
                  </a:lnTo>
                  <a:lnTo>
                    <a:pt x="266655" y="361910"/>
                  </a:lnTo>
                  <a:lnTo>
                    <a:pt x="217387" y="377194"/>
                  </a:lnTo>
                  <a:lnTo>
                    <a:pt x="165842" y="389399"/>
                  </a:lnTo>
                  <a:lnTo>
                    <a:pt x="112264" y="398354"/>
                  </a:lnTo>
                  <a:lnTo>
                    <a:pt x="56901" y="403892"/>
                  </a:lnTo>
                  <a:lnTo>
                    <a:pt x="0" y="405841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9"/>
            <p:cNvSpPr/>
            <p:nvPr/>
          </p:nvSpPr>
          <p:spPr>
            <a:xfrm>
              <a:off x="6485539" y="2570114"/>
              <a:ext cx="297815" cy="243840"/>
            </a:xfrm>
            <a:custGeom>
              <a:rect b="b" l="l" r="r" t="t"/>
              <a:pathLst>
                <a:path extrusionOk="0" h="243839" w="297815">
                  <a:moveTo>
                    <a:pt x="0" y="0"/>
                  </a:moveTo>
                  <a:lnTo>
                    <a:pt x="1536" y="0"/>
                  </a:lnTo>
                  <a:lnTo>
                    <a:pt x="54738" y="3923"/>
                  </a:lnTo>
                  <a:lnTo>
                    <a:pt x="104813" y="15233"/>
                  </a:lnTo>
                  <a:lnTo>
                    <a:pt x="150923" y="33244"/>
                  </a:lnTo>
                  <a:lnTo>
                    <a:pt x="192233" y="57268"/>
                  </a:lnTo>
                  <a:lnTo>
                    <a:pt x="227908" y="86616"/>
                  </a:lnTo>
                  <a:lnTo>
                    <a:pt x="257110" y="120602"/>
                  </a:lnTo>
                  <a:lnTo>
                    <a:pt x="279004" y="158538"/>
                  </a:lnTo>
                  <a:lnTo>
                    <a:pt x="292753" y="199736"/>
                  </a:lnTo>
                  <a:lnTo>
                    <a:pt x="297522" y="243509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9"/>
            <p:cNvSpPr/>
            <p:nvPr/>
          </p:nvSpPr>
          <p:spPr>
            <a:xfrm>
              <a:off x="6488609" y="2813621"/>
              <a:ext cx="294640" cy="243840"/>
            </a:xfrm>
            <a:custGeom>
              <a:rect b="b" l="l" r="r" t="t"/>
              <a:pathLst>
                <a:path extrusionOk="0" h="243839" w="294640">
                  <a:moveTo>
                    <a:pt x="294449" y="0"/>
                  </a:moveTo>
                  <a:lnTo>
                    <a:pt x="289714" y="43619"/>
                  </a:lnTo>
                  <a:lnTo>
                    <a:pt x="276057" y="84692"/>
                  </a:lnTo>
                  <a:lnTo>
                    <a:pt x="254305" y="122534"/>
                  </a:lnTo>
                  <a:lnTo>
                    <a:pt x="225283" y="156463"/>
                  </a:lnTo>
                  <a:lnTo>
                    <a:pt x="189816" y="185796"/>
                  </a:lnTo>
                  <a:lnTo>
                    <a:pt x="148728" y="209850"/>
                  </a:lnTo>
                  <a:lnTo>
                    <a:pt x="102846" y="227942"/>
                  </a:lnTo>
                  <a:lnTo>
                    <a:pt x="52995" y="239389"/>
                  </a:lnTo>
                  <a:lnTo>
                    <a:pt x="0" y="243509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29"/>
            <p:cNvSpPr/>
            <p:nvPr/>
          </p:nvSpPr>
          <p:spPr>
            <a:xfrm>
              <a:off x="5895124" y="3544147"/>
              <a:ext cx="590550" cy="406400"/>
            </a:xfrm>
            <a:custGeom>
              <a:rect b="b" l="l" r="r" t="t"/>
              <a:pathLst>
                <a:path extrusionOk="0" h="406400" w="590550">
                  <a:moveTo>
                    <a:pt x="0" y="405841"/>
                  </a:moveTo>
                  <a:lnTo>
                    <a:pt x="2700" y="366824"/>
                  </a:lnTo>
                  <a:lnTo>
                    <a:pt x="10636" y="328853"/>
                  </a:lnTo>
                  <a:lnTo>
                    <a:pt x="23563" y="292097"/>
                  </a:lnTo>
                  <a:lnTo>
                    <a:pt x="41232" y="256725"/>
                  </a:lnTo>
                  <a:lnTo>
                    <a:pt x="63398" y="222907"/>
                  </a:lnTo>
                  <a:lnTo>
                    <a:pt x="89815" y="190812"/>
                  </a:lnTo>
                  <a:lnTo>
                    <a:pt x="120235" y="160611"/>
                  </a:lnTo>
                  <a:lnTo>
                    <a:pt x="154413" y="132472"/>
                  </a:lnTo>
                  <a:lnTo>
                    <a:pt x="192102" y="106565"/>
                  </a:lnTo>
                  <a:lnTo>
                    <a:pt x="233054" y="83059"/>
                  </a:lnTo>
                  <a:lnTo>
                    <a:pt x="277025" y="62124"/>
                  </a:lnTo>
                  <a:lnTo>
                    <a:pt x="323767" y="43930"/>
                  </a:lnTo>
                  <a:lnTo>
                    <a:pt x="373035" y="28646"/>
                  </a:lnTo>
                  <a:lnTo>
                    <a:pt x="424580" y="16441"/>
                  </a:lnTo>
                  <a:lnTo>
                    <a:pt x="478158" y="7486"/>
                  </a:lnTo>
                  <a:lnTo>
                    <a:pt x="533521" y="1949"/>
                  </a:lnTo>
                  <a:lnTo>
                    <a:pt x="590423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9"/>
            <p:cNvSpPr/>
            <p:nvPr/>
          </p:nvSpPr>
          <p:spPr>
            <a:xfrm>
              <a:off x="5893583" y="3949992"/>
              <a:ext cx="593725" cy="406400"/>
            </a:xfrm>
            <a:custGeom>
              <a:rect b="b" l="l" r="r" t="t"/>
              <a:pathLst>
                <a:path extrusionOk="0" h="406400" w="593725">
                  <a:moveTo>
                    <a:pt x="593496" y="405841"/>
                  </a:moveTo>
                  <a:lnTo>
                    <a:pt x="591959" y="405841"/>
                  </a:lnTo>
                  <a:lnTo>
                    <a:pt x="534951" y="403983"/>
                  </a:lnTo>
                  <a:lnTo>
                    <a:pt x="479475" y="398523"/>
                  </a:lnTo>
                  <a:lnTo>
                    <a:pt x="425780" y="389632"/>
                  </a:lnTo>
                  <a:lnTo>
                    <a:pt x="374115" y="377478"/>
                  </a:lnTo>
                  <a:lnTo>
                    <a:pt x="324727" y="362232"/>
                  </a:lnTo>
                  <a:lnTo>
                    <a:pt x="277864" y="344065"/>
                  </a:lnTo>
                  <a:lnTo>
                    <a:pt x="233774" y="323145"/>
                  </a:lnTo>
                  <a:lnTo>
                    <a:pt x="192706" y="299644"/>
                  </a:lnTo>
                  <a:lnTo>
                    <a:pt x="154908" y="273731"/>
                  </a:lnTo>
                  <a:lnTo>
                    <a:pt x="120628" y="245576"/>
                  </a:lnTo>
                  <a:lnTo>
                    <a:pt x="90113" y="215349"/>
                  </a:lnTo>
                  <a:lnTo>
                    <a:pt x="63612" y="183220"/>
                  </a:lnTo>
                  <a:lnTo>
                    <a:pt x="41373" y="149359"/>
                  </a:lnTo>
                  <a:lnTo>
                    <a:pt x="23644" y="113937"/>
                  </a:lnTo>
                  <a:lnTo>
                    <a:pt x="10674" y="77123"/>
                  </a:lnTo>
                  <a:lnTo>
                    <a:pt x="2709" y="39087"/>
                  </a:ln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9"/>
            <p:cNvSpPr/>
            <p:nvPr/>
          </p:nvSpPr>
          <p:spPr>
            <a:xfrm>
              <a:off x="6191101" y="3706478"/>
              <a:ext cx="294640" cy="243840"/>
            </a:xfrm>
            <a:custGeom>
              <a:rect b="b" l="l" r="r" t="t"/>
              <a:pathLst>
                <a:path extrusionOk="0" h="243839" w="294639">
                  <a:moveTo>
                    <a:pt x="0" y="243509"/>
                  </a:moveTo>
                  <a:lnTo>
                    <a:pt x="4735" y="199889"/>
                  </a:lnTo>
                  <a:lnTo>
                    <a:pt x="18391" y="158817"/>
                  </a:lnTo>
                  <a:lnTo>
                    <a:pt x="40143" y="120975"/>
                  </a:lnTo>
                  <a:lnTo>
                    <a:pt x="69166" y="87046"/>
                  </a:lnTo>
                  <a:lnTo>
                    <a:pt x="104633" y="57713"/>
                  </a:lnTo>
                  <a:lnTo>
                    <a:pt x="145720" y="33659"/>
                  </a:lnTo>
                  <a:lnTo>
                    <a:pt x="191602" y="15567"/>
                  </a:lnTo>
                  <a:lnTo>
                    <a:pt x="241454" y="4119"/>
                  </a:lnTo>
                  <a:lnTo>
                    <a:pt x="294449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9"/>
            <p:cNvSpPr/>
            <p:nvPr/>
          </p:nvSpPr>
          <p:spPr>
            <a:xfrm>
              <a:off x="6189557" y="3949985"/>
              <a:ext cx="297815" cy="243840"/>
            </a:xfrm>
            <a:custGeom>
              <a:rect b="b" l="l" r="r" t="t"/>
              <a:pathLst>
                <a:path extrusionOk="0" h="243839" w="297814">
                  <a:moveTo>
                    <a:pt x="297522" y="243509"/>
                  </a:moveTo>
                  <a:lnTo>
                    <a:pt x="295986" y="243509"/>
                  </a:lnTo>
                  <a:lnTo>
                    <a:pt x="242784" y="239586"/>
                  </a:lnTo>
                  <a:lnTo>
                    <a:pt x="192709" y="228275"/>
                  </a:lnTo>
                  <a:lnTo>
                    <a:pt x="146599" y="210264"/>
                  </a:lnTo>
                  <a:lnTo>
                    <a:pt x="105288" y="186241"/>
                  </a:lnTo>
                  <a:lnTo>
                    <a:pt x="69614" y="156892"/>
                  </a:lnTo>
                  <a:lnTo>
                    <a:pt x="40412" y="122906"/>
                  </a:lnTo>
                  <a:lnTo>
                    <a:pt x="18518" y="84970"/>
                  </a:lnTo>
                  <a:lnTo>
                    <a:pt x="4768" y="43772"/>
                  </a:ln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9"/>
            <p:cNvSpPr/>
            <p:nvPr/>
          </p:nvSpPr>
          <p:spPr>
            <a:xfrm>
              <a:off x="6485539" y="3787650"/>
              <a:ext cx="593725" cy="406400"/>
            </a:xfrm>
            <a:custGeom>
              <a:rect b="b" l="l" r="r" t="t"/>
              <a:pathLst>
                <a:path extrusionOk="0" h="406400" w="593725">
                  <a:moveTo>
                    <a:pt x="0" y="0"/>
                  </a:moveTo>
                  <a:lnTo>
                    <a:pt x="1536" y="0"/>
                  </a:lnTo>
                  <a:lnTo>
                    <a:pt x="58545" y="1857"/>
                  </a:lnTo>
                  <a:lnTo>
                    <a:pt x="114020" y="7317"/>
                  </a:lnTo>
                  <a:lnTo>
                    <a:pt x="167715" y="16209"/>
                  </a:lnTo>
                  <a:lnTo>
                    <a:pt x="219380" y="28362"/>
                  </a:lnTo>
                  <a:lnTo>
                    <a:pt x="268769" y="43608"/>
                  </a:lnTo>
                  <a:lnTo>
                    <a:pt x="315632" y="61775"/>
                  </a:lnTo>
                  <a:lnTo>
                    <a:pt x="359721" y="82695"/>
                  </a:lnTo>
                  <a:lnTo>
                    <a:pt x="400789" y="106196"/>
                  </a:lnTo>
                  <a:lnTo>
                    <a:pt x="438587" y="132109"/>
                  </a:lnTo>
                  <a:lnTo>
                    <a:pt x="472868" y="160265"/>
                  </a:lnTo>
                  <a:lnTo>
                    <a:pt x="503383" y="190491"/>
                  </a:lnTo>
                  <a:lnTo>
                    <a:pt x="529884" y="222620"/>
                  </a:lnTo>
                  <a:lnTo>
                    <a:pt x="552122" y="256481"/>
                  </a:lnTo>
                  <a:lnTo>
                    <a:pt x="569851" y="291903"/>
                  </a:lnTo>
                  <a:lnTo>
                    <a:pt x="582822" y="328717"/>
                  </a:lnTo>
                  <a:lnTo>
                    <a:pt x="590786" y="366753"/>
                  </a:lnTo>
                  <a:lnTo>
                    <a:pt x="593496" y="405841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29"/>
            <p:cNvSpPr/>
            <p:nvPr/>
          </p:nvSpPr>
          <p:spPr>
            <a:xfrm>
              <a:off x="6488612" y="4193494"/>
              <a:ext cx="590550" cy="406400"/>
            </a:xfrm>
            <a:custGeom>
              <a:rect b="b" l="l" r="r" t="t"/>
              <a:pathLst>
                <a:path extrusionOk="0" h="406400" w="590550">
                  <a:moveTo>
                    <a:pt x="590423" y="0"/>
                  </a:moveTo>
                  <a:lnTo>
                    <a:pt x="587722" y="39016"/>
                  </a:lnTo>
                  <a:lnTo>
                    <a:pt x="579786" y="76987"/>
                  </a:lnTo>
                  <a:lnTo>
                    <a:pt x="566859" y="113744"/>
                  </a:lnTo>
                  <a:lnTo>
                    <a:pt x="549190" y="149115"/>
                  </a:lnTo>
                  <a:lnTo>
                    <a:pt x="527024" y="182933"/>
                  </a:lnTo>
                  <a:lnTo>
                    <a:pt x="500607" y="215028"/>
                  </a:lnTo>
                  <a:lnTo>
                    <a:pt x="470187" y="245229"/>
                  </a:lnTo>
                  <a:lnTo>
                    <a:pt x="436009" y="273368"/>
                  </a:lnTo>
                  <a:lnTo>
                    <a:pt x="398320" y="299275"/>
                  </a:lnTo>
                  <a:lnTo>
                    <a:pt x="357368" y="322781"/>
                  </a:lnTo>
                  <a:lnTo>
                    <a:pt x="313397" y="343716"/>
                  </a:lnTo>
                  <a:lnTo>
                    <a:pt x="266655" y="361910"/>
                  </a:lnTo>
                  <a:lnTo>
                    <a:pt x="217387" y="377194"/>
                  </a:lnTo>
                  <a:lnTo>
                    <a:pt x="165842" y="389399"/>
                  </a:lnTo>
                  <a:lnTo>
                    <a:pt x="112264" y="398354"/>
                  </a:lnTo>
                  <a:lnTo>
                    <a:pt x="56901" y="403892"/>
                  </a:lnTo>
                  <a:lnTo>
                    <a:pt x="0" y="405841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29"/>
            <p:cNvSpPr/>
            <p:nvPr/>
          </p:nvSpPr>
          <p:spPr>
            <a:xfrm>
              <a:off x="6485539" y="3949988"/>
              <a:ext cx="297815" cy="243840"/>
            </a:xfrm>
            <a:custGeom>
              <a:rect b="b" l="l" r="r" t="t"/>
              <a:pathLst>
                <a:path extrusionOk="0" h="243839" w="297815">
                  <a:moveTo>
                    <a:pt x="0" y="0"/>
                  </a:moveTo>
                  <a:lnTo>
                    <a:pt x="1536" y="0"/>
                  </a:lnTo>
                  <a:lnTo>
                    <a:pt x="54738" y="3923"/>
                  </a:lnTo>
                  <a:lnTo>
                    <a:pt x="104813" y="15233"/>
                  </a:lnTo>
                  <a:lnTo>
                    <a:pt x="150923" y="33244"/>
                  </a:lnTo>
                  <a:lnTo>
                    <a:pt x="192233" y="57268"/>
                  </a:lnTo>
                  <a:lnTo>
                    <a:pt x="227908" y="86616"/>
                  </a:lnTo>
                  <a:lnTo>
                    <a:pt x="257110" y="120602"/>
                  </a:lnTo>
                  <a:lnTo>
                    <a:pt x="279004" y="158538"/>
                  </a:lnTo>
                  <a:lnTo>
                    <a:pt x="292753" y="199736"/>
                  </a:lnTo>
                  <a:lnTo>
                    <a:pt x="297522" y="243509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29"/>
            <p:cNvSpPr/>
            <p:nvPr/>
          </p:nvSpPr>
          <p:spPr>
            <a:xfrm>
              <a:off x="6488609" y="4193495"/>
              <a:ext cx="294640" cy="243840"/>
            </a:xfrm>
            <a:custGeom>
              <a:rect b="b" l="l" r="r" t="t"/>
              <a:pathLst>
                <a:path extrusionOk="0" h="243839" w="294640">
                  <a:moveTo>
                    <a:pt x="294449" y="0"/>
                  </a:moveTo>
                  <a:lnTo>
                    <a:pt x="289714" y="43619"/>
                  </a:lnTo>
                  <a:lnTo>
                    <a:pt x="276057" y="84692"/>
                  </a:lnTo>
                  <a:lnTo>
                    <a:pt x="254305" y="122534"/>
                  </a:lnTo>
                  <a:lnTo>
                    <a:pt x="225283" y="156463"/>
                  </a:lnTo>
                  <a:lnTo>
                    <a:pt x="189816" y="185796"/>
                  </a:lnTo>
                  <a:lnTo>
                    <a:pt x="148728" y="209850"/>
                  </a:lnTo>
                  <a:lnTo>
                    <a:pt x="102846" y="227942"/>
                  </a:lnTo>
                  <a:lnTo>
                    <a:pt x="52995" y="239389"/>
                  </a:lnTo>
                  <a:lnTo>
                    <a:pt x="0" y="243509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0" name="Google Shape;490;p29"/>
          <p:cNvGrpSpPr/>
          <p:nvPr/>
        </p:nvGrpSpPr>
        <p:grpSpPr>
          <a:xfrm>
            <a:off x="4968656" y="5409342"/>
            <a:ext cx="666115" cy="730885"/>
            <a:chOff x="4968656" y="5409342"/>
            <a:chExt cx="666115" cy="730885"/>
          </a:xfrm>
        </p:grpSpPr>
        <p:sp>
          <p:nvSpPr>
            <p:cNvPr id="491" name="Google Shape;491;p29"/>
            <p:cNvSpPr/>
            <p:nvPr/>
          </p:nvSpPr>
          <p:spPr>
            <a:xfrm>
              <a:off x="4968656" y="5409342"/>
              <a:ext cx="666115" cy="730885"/>
            </a:xfrm>
            <a:custGeom>
              <a:rect b="b" l="l" r="r" t="t"/>
              <a:pathLst>
                <a:path extrusionOk="0" h="730885" w="666114">
                  <a:moveTo>
                    <a:pt x="73990" y="0"/>
                  </a:moveTo>
                  <a:lnTo>
                    <a:pt x="0" y="405841"/>
                  </a:lnTo>
                  <a:lnTo>
                    <a:pt x="73990" y="730516"/>
                  </a:lnTo>
                  <a:lnTo>
                    <a:pt x="665949" y="730516"/>
                  </a:lnTo>
                  <a:lnTo>
                    <a:pt x="665949" y="162331"/>
                  </a:lnTo>
                  <a:lnTo>
                    <a:pt x="73990" y="0"/>
                  </a:lnTo>
                  <a:close/>
                </a:path>
              </a:pathLst>
            </a:custGeom>
            <a:solidFill>
              <a:srgbClr val="00AE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9"/>
            <p:cNvSpPr/>
            <p:nvPr/>
          </p:nvSpPr>
          <p:spPr>
            <a:xfrm>
              <a:off x="4968656" y="5409342"/>
              <a:ext cx="666115" cy="730885"/>
            </a:xfrm>
            <a:custGeom>
              <a:rect b="b" l="l" r="r" t="t"/>
              <a:pathLst>
                <a:path extrusionOk="0" h="730885" w="666114">
                  <a:moveTo>
                    <a:pt x="73990" y="730516"/>
                  </a:moveTo>
                  <a:lnTo>
                    <a:pt x="0" y="405841"/>
                  </a:lnTo>
                  <a:lnTo>
                    <a:pt x="73990" y="0"/>
                  </a:lnTo>
                  <a:lnTo>
                    <a:pt x="665949" y="162331"/>
                  </a:lnTo>
                  <a:lnTo>
                    <a:pt x="665949" y="730516"/>
                  </a:lnTo>
                  <a:lnTo>
                    <a:pt x="73990" y="730516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9"/>
            <p:cNvSpPr/>
            <p:nvPr/>
          </p:nvSpPr>
          <p:spPr>
            <a:xfrm>
              <a:off x="5041107" y="5553069"/>
              <a:ext cx="358140" cy="392430"/>
            </a:xfrm>
            <a:custGeom>
              <a:rect b="b" l="l" r="r" t="t"/>
              <a:pathLst>
                <a:path extrusionOk="0" h="392429" w="358139">
                  <a:moveTo>
                    <a:pt x="178816" y="0"/>
                  </a:moveTo>
                  <a:lnTo>
                    <a:pt x="131280" y="7007"/>
                  </a:lnTo>
                  <a:lnTo>
                    <a:pt x="88565" y="26783"/>
                  </a:lnTo>
                  <a:lnTo>
                    <a:pt x="52374" y="57457"/>
                  </a:lnTo>
                  <a:lnTo>
                    <a:pt x="24414" y="97159"/>
                  </a:lnTo>
                  <a:lnTo>
                    <a:pt x="6387" y="144018"/>
                  </a:lnTo>
                  <a:lnTo>
                    <a:pt x="0" y="196164"/>
                  </a:lnTo>
                  <a:lnTo>
                    <a:pt x="6387" y="248309"/>
                  </a:lnTo>
                  <a:lnTo>
                    <a:pt x="24414" y="295168"/>
                  </a:lnTo>
                  <a:lnTo>
                    <a:pt x="52374" y="334870"/>
                  </a:lnTo>
                  <a:lnTo>
                    <a:pt x="88565" y="365544"/>
                  </a:lnTo>
                  <a:lnTo>
                    <a:pt x="131280" y="385320"/>
                  </a:lnTo>
                  <a:lnTo>
                    <a:pt x="178816" y="392328"/>
                  </a:lnTo>
                  <a:lnTo>
                    <a:pt x="226356" y="385320"/>
                  </a:lnTo>
                  <a:lnTo>
                    <a:pt x="269075" y="365544"/>
                  </a:lnTo>
                  <a:lnTo>
                    <a:pt x="305268" y="334870"/>
                  </a:lnTo>
                  <a:lnTo>
                    <a:pt x="333230" y="295168"/>
                  </a:lnTo>
                  <a:lnTo>
                    <a:pt x="351257" y="248309"/>
                  </a:lnTo>
                  <a:lnTo>
                    <a:pt x="357644" y="196164"/>
                  </a:lnTo>
                  <a:lnTo>
                    <a:pt x="351257" y="144018"/>
                  </a:lnTo>
                  <a:lnTo>
                    <a:pt x="333230" y="97159"/>
                  </a:lnTo>
                  <a:lnTo>
                    <a:pt x="305268" y="57457"/>
                  </a:lnTo>
                  <a:lnTo>
                    <a:pt x="269075" y="26783"/>
                  </a:lnTo>
                  <a:lnTo>
                    <a:pt x="226356" y="7007"/>
                  </a:lnTo>
                  <a:lnTo>
                    <a:pt x="1788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9"/>
            <p:cNvSpPr/>
            <p:nvPr/>
          </p:nvSpPr>
          <p:spPr>
            <a:xfrm>
              <a:off x="5041107" y="5553069"/>
              <a:ext cx="358140" cy="392430"/>
            </a:xfrm>
            <a:custGeom>
              <a:rect b="b" l="l" r="r" t="t"/>
              <a:pathLst>
                <a:path extrusionOk="0" h="392429" w="358139">
                  <a:moveTo>
                    <a:pt x="0" y="196164"/>
                  </a:moveTo>
                  <a:lnTo>
                    <a:pt x="6387" y="144018"/>
                  </a:lnTo>
                  <a:lnTo>
                    <a:pt x="24414" y="97159"/>
                  </a:lnTo>
                  <a:lnTo>
                    <a:pt x="52374" y="57457"/>
                  </a:lnTo>
                  <a:lnTo>
                    <a:pt x="88565" y="26783"/>
                  </a:lnTo>
                  <a:lnTo>
                    <a:pt x="131280" y="7007"/>
                  </a:lnTo>
                  <a:lnTo>
                    <a:pt x="178816" y="0"/>
                  </a:lnTo>
                  <a:lnTo>
                    <a:pt x="226356" y="7007"/>
                  </a:lnTo>
                  <a:lnTo>
                    <a:pt x="269075" y="26783"/>
                  </a:lnTo>
                  <a:lnTo>
                    <a:pt x="305268" y="57457"/>
                  </a:lnTo>
                  <a:lnTo>
                    <a:pt x="333230" y="97159"/>
                  </a:lnTo>
                  <a:lnTo>
                    <a:pt x="351257" y="144018"/>
                  </a:lnTo>
                  <a:lnTo>
                    <a:pt x="357644" y="196164"/>
                  </a:lnTo>
                  <a:lnTo>
                    <a:pt x="351257" y="248309"/>
                  </a:lnTo>
                  <a:lnTo>
                    <a:pt x="333230" y="295168"/>
                  </a:lnTo>
                  <a:lnTo>
                    <a:pt x="305268" y="334870"/>
                  </a:lnTo>
                  <a:lnTo>
                    <a:pt x="269075" y="365544"/>
                  </a:lnTo>
                  <a:lnTo>
                    <a:pt x="226356" y="385320"/>
                  </a:lnTo>
                  <a:lnTo>
                    <a:pt x="178816" y="392328"/>
                  </a:lnTo>
                  <a:lnTo>
                    <a:pt x="131280" y="385320"/>
                  </a:lnTo>
                  <a:lnTo>
                    <a:pt x="88565" y="365544"/>
                  </a:lnTo>
                  <a:lnTo>
                    <a:pt x="52374" y="334870"/>
                  </a:lnTo>
                  <a:lnTo>
                    <a:pt x="24414" y="295168"/>
                  </a:lnTo>
                  <a:lnTo>
                    <a:pt x="6387" y="248309"/>
                  </a:lnTo>
                  <a:lnTo>
                    <a:pt x="0" y="196164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5" name="Google Shape;495;p29"/>
          <p:cNvGrpSpPr/>
          <p:nvPr/>
        </p:nvGrpSpPr>
        <p:grpSpPr>
          <a:xfrm>
            <a:off x="3932727" y="4841153"/>
            <a:ext cx="740410" cy="568325"/>
            <a:chOff x="3932727" y="4841153"/>
            <a:chExt cx="740410" cy="568325"/>
          </a:xfrm>
        </p:grpSpPr>
        <p:sp>
          <p:nvSpPr>
            <p:cNvPr id="496" name="Google Shape;496;p29"/>
            <p:cNvSpPr/>
            <p:nvPr/>
          </p:nvSpPr>
          <p:spPr>
            <a:xfrm>
              <a:off x="3932727" y="4841153"/>
              <a:ext cx="740410" cy="568325"/>
            </a:xfrm>
            <a:custGeom>
              <a:rect b="b" l="l" r="r" t="t"/>
              <a:pathLst>
                <a:path extrusionOk="0" h="568325" w="740410">
                  <a:moveTo>
                    <a:pt x="739952" y="0"/>
                  </a:moveTo>
                  <a:lnTo>
                    <a:pt x="0" y="0"/>
                  </a:lnTo>
                  <a:lnTo>
                    <a:pt x="147993" y="568185"/>
                  </a:lnTo>
                  <a:lnTo>
                    <a:pt x="591959" y="487019"/>
                  </a:lnTo>
                  <a:lnTo>
                    <a:pt x="739952" y="0"/>
                  </a:lnTo>
                  <a:close/>
                </a:path>
              </a:pathLst>
            </a:custGeom>
            <a:solidFill>
              <a:srgbClr val="00AE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9"/>
            <p:cNvSpPr/>
            <p:nvPr/>
          </p:nvSpPr>
          <p:spPr>
            <a:xfrm>
              <a:off x="3932727" y="4841153"/>
              <a:ext cx="740410" cy="568325"/>
            </a:xfrm>
            <a:custGeom>
              <a:rect b="b" l="l" r="r" t="t"/>
              <a:pathLst>
                <a:path extrusionOk="0" h="568325" w="740410">
                  <a:moveTo>
                    <a:pt x="147993" y="568185"/>
                  </a:moveTo>
                  <a:lnTo>
                    <a:pt x="0" y="0"/>
                  </a:lnTo>
                  <a:lnTo>
                    <a:pt x="739952" y="0"/>
                  </a:lnTo>
                  <a:lnTo>
                    <a:pt x="591959" y="487019"/>
                  </a:lnTo>
                  <a:lnTo>
                    <a:pt x="147993" y="568185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29"/>
            <p:cNvSpPr/>
            <p:nvPr/>
          </p:nvSpPr>
          <p:spPr>
            <a:xfrm>
              <a:off x="4079180" y="4903719"/>
              <a:ext cx="358140" cy="392430"/>
            </a:xfrm>
            <a:custGeom>
              <a:rect b="b" l="l" r="r" t="t"/>
              <a:pathLst>
                <a:path extrusionOk="0" h="392429" w="358139">
                  <a:moveTo>
                    <a:pt x="178816" y="0"/>
                  </a:moveTo>
                  <a:lnTo>
                    <a:pt x="131280" y="7007"/>
                  </a:lnTo>
                  <a:lnTo>
                    <a:pt x="88565" y="26783"/>
                  </a:lnTo>
                  <a:lnTo>
                    <a:pt x="52374" y="57457"/>
                  </a:lnTo>
                  <a:lnTo>
                    <a:pt x="24414" y="97159"/>
                  </a:lnTo>
                  <a:lnTo>
                    <a:pt x="6387" y="144018"/>
                  </a:lnTo>
                  <a:lnTo>
                    <a:pt x="0" y="196164"/>
                  </a:lnTo>
                  <a:lnTo>
                    <a:pt x="6387" y="248309"/>
                  </a:lnTo>
                  <a:lnTo>
                    <a:pt x="24414" y="295168"/>
                  </a:lnTo>
                  <a:lnTo>
                    <a:pt x="52374" y="334870"/>
                  </a:lnTo>
                  <a:lnTo>
                    <a:pt x="88565" y="365544"/>
                  </a:lnTo>
                  <a:lnTo>
                    <a:pt x="131280" y="385320"/>
                  </a:lnTo>
                  <a:lnTo>
                    <a:pt x="178816" y="392328"/>
                  </a:lnTo>
                  <a:lnTo>
                    <a:pt x="226356" y="385320"/>
                  </a:lnTo>
                  <a:lnTo>
                    <a:pt x="269075" y="365544"/>
                  </a:lnTo>
                  <a:lnTo>
                    <a:pt x="305268" y="334870"/>
                  </a:lnTo>
                  <a:lnTo>
                    <a:pt x="333230" y="295168"/>
                  </a:lnTo>
                  <a:lnTo>
                    <a:pt x="351257" y="248309"/>
                  </a:lnTo>
                  <a:lnTo>
                    <a:pt x="357644" y="196164"/>
                  </a:lnTo>
                  <a:lnTo>
                    <a:pt x="351257" y="144018"/>
                  </a:lnTo>
                  <a:lnTo>
                    <a:pt x="333230" y="97159"/>
                  </a:lnTo>
                  <a:lnTo>
                    <a:pt x="305268" y="57457"/>
                  </a:lnTo>
                  <a:lnTo>
                    <a:pt x="269075" y="26783"/>
                  </a:lnTo>
                  <a:lnTo>
                    <a:pt x="226356" y="7007"/>
                  </a:lnTo>
                  <a:lnTo>
                    <a:pt x="1788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29"/>
            <p:cNvSpPr/>
            <p:nvPr/>
          </p:nvSpPr>
          <p:spPr>
            <a:xfrm>
              <a:off x="4079180" y="4903719"/>
              <a:ext cx="358140" cy="392430"/>
            </a:xfrm>
            <a:custGeom>
              <a:rect b="b" l="l" r="r" t="t"/>
              <a:pathLst>
                <a:path extrusionOk="0" h="392429" w="358139">
                  <a:moveTo>
                    <a:pt x="0" y="196164"/>
                  </a:moveTo>
                  <a:lnTo>
                    <a:pt x="6387" y="144018"/>
                  </a:lnTo>
                  <a:lnTo>
                    <a:pt x="24414" y="97159"/>
                  </a:lnTo>
                  <a:lnTo>
                    <a:pt x="52374" y="57457"/>
                  </a:lnTo>
                  <a:lnTo>
                    <a:pt x="88565" y="26783"/>
                  </a:lnTo>
                  <a:lnTo>
                    <a:pt x="131280" y="7007"/>
                  </a:lnTo>
                  <a:lnTo>
                    <a:pt x="178816" y="0"/>
                  </a:lnTo>
                  <a:lnTo>
                    <a:pt x="226356" y="7007"/>
                  </a:lnTo>
                  <a:lnTo>
                    <a:pt x="269075" y="26783"/>
                  </a:lnTo>
                  <a:lnTo>
                    <a:pt x="305268" y="57457"/>
                  </a:lnTo>
                  <a:lnTo>
                    <a:pt x="333230" y="97159"/>
                  </a:lnTo>
                  <a:lnTo>
                    <a:pt x="351257" y="144018"/>
                  </a:lnTo>
                  <a:lnTo>
                    <a:pt x="357644" y="196164"/>
                  </a:lnTo>
                  <a:lnTo>
                    <a:pt x="351257" y="248309"/>
                  </a:lnTo>
                  <a:lnTo>
                    <a:pt x="333230" y="295168"/>
                  </a:lnTo>
                  <a:lnTo>
                    <a:pt x="305268" y="334870"/>
                  </a:lnTo>
                  <a:lnTo>
                    <a:pt x="269075" y="365544"/>
                  </a:lnTo>
                  <a:lnTo>
                    <a:pt x="226356" y="385320"/>
                  </a:lnTo>
                  <a:lnTo>
                    <a:pt x="178816" y="392328"/>
                  </a:lnTo>
                  <a:lnTo>
                    <a:pt x="131280" y="385320"/>
                  </a:lnTo>
                  <a:lnTo>
                    <a:pt x="88565" y="365544"/>
                  </a:lnTo>
                  <a:lnTo>
                    <a:pt x="52374" y="334870"/>
                  </a:lnTo>
                  <a:lnTo>
                    <a:pt x="24414" y="295168"/>
                  </a:lnTo>
                  <a:lnTo>
                    <a:pt x="6387" y="248309"/>
                  </a:lnTo>
                  <a:lnTo>
                    <a:pt x="0" y="196164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0" name="Google Shape;500;p29"/>
          <p:cNvGrpSpPr/>
          <p:nvPr/>
        </p:nvGrpSpPr>
        <p:grpSpPr>
          <a:xfrm>
            <a:off x="3858737" y="3380108"/>
            <a:ext cx="1776095" cy="1380490"/>
            <a:chOff x="3858737" y="3380108"/>
            <a:chExt cx="1776095" cy="1380490"/>
          </a:xfrm>
        </p:grpSpPr>
        <p:sp>
          <p:nvSpPr>
            <p:cNvPr id="501" name="Google Shape;501;p29"/>
            <p:cNvSpPr/>
            <p:nvPr/>
          </p:nvSpPr>
          <p:spPr>
            <a:xfrm>
              <a:off x="3858737" y="3380108"/>
              <a:ext cx="1776095" cy="1380490"/>
            </a:xfrm>
            <a:custGeom>
              <a:rect b="b" l="l" r="r" t="t"/>
              <a:pathLst>
                <a:path extrusionOk="0" h="1380489" w="1776095">
                  <a:moveTo>
                    <a:pt x="369976" y="0"/>
                  </a:moveTo>
                  <a:lnTo>
                    <a:pt x="0" y="0"/>
                  </a:lnTo>
                  <a:lnTo>
                    <a:pt x="0" y="487019"/>
                  </a:lnTo>
                  <a:lnTo>
                    <a:pt x="1479892" y="1379880"/>
                  </a:lnTo>
                  <a:lnTo>
                    <a:pt x="1775866" y="1379880"/>
                  </a:lnTo>
                  <a:lnTo>
                    <a:pt x="1775866" y="974039"/>
                  </a:lnTo>
                  <a:lnTo>
                    <a:pt x="369976" y="0"/>
                  </a:lnTo>
                  <a:close/>
                </a:path>
              </a:pathLst>
            </a:custGeom>
            <a:solidFill>
              <a:srgbClr val="00AE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29"/>
            <p:cNvSpPr/>
            <p:nvPr/>
          </p:nvSpPr>
          <p:spPr>
            <a:xfrm>
              <a:off x="3858737" y="3380108"/>
              <a:ext cx="1776095" cy="1380490"/>
            </a:xfrm>
            <a:custGeom>
              <a:rect b="b" l="l" r="r" t="t"/>
              <a:pathLst>
                <a:path extrusionOk="0" h="1380489" w="1776095">
                  <a:moveTo>
                    <a:pt x="0" y="487019"/>
                  </a:moveTo>
                  <a:lnTo>
                    <a:pt x="1479892" y="1379880"/>
                  </a:lnTo>
                  <a:lnTo>
                    <a:pt x="1775866" y="1379880"/>
                  </a:lnTo>
                  <a:lnTo>
                    <a:pt x="1775866" y="974039"/>
                  </a:lnTo>
                  <a:lnTo>
                    <a:pt x="369976" y="0"/>
                  </a:lnTo>
                  <a:lnTo>
                    <a:pt x="0" y="0"/>
                  </a:lnTo>
                  <a:lnTo>
                    <a:pt x="0" y="487019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29"/>
            <p:cNvSpPr/>
            <p:nvPr/>
          </p:nvSpPr>
          <p:spPr>
            <a:xfrm>
              <a:off x="4079180" y="3523846"/>
              <a:ext cx="358140" cy="392430"/>
            </a:xfrm>
            <a:custGeom>
              <a:rect b="b" l="l" r="r" t="t"/>
              <a:pathLst>
                <a:path extrusionOk="0" h="392429" w="358139">
                  <a:moveTo>
                    <a:pt x="178816" y="0"/>
                  </a:moveTo>
                  <a:lnTo>
                    <a:pt x="131280" y="7007"/>
                  </a:lnTo>
                  <a:lnTo>
                    <a:pt x="88565" y="26783"/>
                  </a:lnTo>
                  <a:lnTo>
                    <a:pt x="52374" y="57457"/>
                  </a:lnTo>
                  <a:lnTo>
                    <a:pt x="24414" y="97159"/>
                  </a:lnTo>
                  <a:lnTo>
                    <a:pt x="6387" y="144018"/>
                  </a:lnTo>
                  <a:lnTo>
                    <a:pt x="0" y="196164"/>
                  </a:lnTo>
                  <a:lnTo>
                    <a:pt x="6387" y="248309"/>
                  </a:lnTo>
                  <a:lnTo>
                    <a:pt x="24414" y="295168"/>
                  </a:lnTo>
                  <a:lnTo>
                    <a:pt x="52374" y="334870"/>
                  </a:lnTo>
                  <a:lnTo>
                    <a:pt x="88565" y="365544"/>
                  </a:lnTo>
                  <a:lnTo>
                    <a:pt x="131280" y="385320"/>
                  </a:lnTo>
                  <a:lnTo>
                    <a:pt x="178816" y="392328"/>
                  </a:lnTo>
                  <a:lnTo>
                    <a:pt x="226356" y="385320"/>
                  </a:lnTo>
                  <a:lnTo>
                    <a:pt x="269075" y="365544"/>
                  </a:lnTo>
                  <a:lnTo>
                    <a:pt x="305268" y="334870"/>
                  </a:lnTo>
                  <a:lnTo>
                    <a:pt x="333230" y="295168"/>
                  </a:lnTo>
                  <a:lnTo>
                    <a:pt x="351257" y="248309"/>
                  </a:lnTo>
                  <a:lnTo>
                    <a:pt x="357644" y="196164"/>
                  </a:lnTo>
                  <a:lnTo>
                    <a:pt x="351257" y="144018"/>
                  </a:lnTo>
                  <a:lnTo>
                    <a:pt x="333230" y="97159"/>
                  </a:lnTo>
                  <a:lnTo>
                    <a:pt x="305268" y="57457"/>
                  </a:lnTo>
                  <a:lnTo>
                    <a:pt x="269075" y="26783"/>
                  </a:lnTo>
                  <a:lnTo>
                    <a:pt x="226356" y="7007"/>
                  </a:lnTo>
                  <a:lnTo>
                    <a:pt x="1788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29"/>
            <p:cNvSpPr/>
            <p:nvPr/>
          </p:nvSpPr>
          <p:spPr>
            <a:xfrm>
              <a:off x="4079180" y="3523846"/>
              <a:ext cx="358140" cy="392430"/>
            </a:xfrm>
            <a:custGeom>
              <a:rect b="b" l="l" r="r" t="t"/>
              <a:pathLst>
                <a:path extrusionOk="0" h="392429" w="358139">
                  <a:moveTo>
                    <a:pt x="0" y="196164"/>
                  </a:moveTo>
                  <a:lnTo>
                    <a:pt x="6387" y="144018"/>
                  </a:lnTo>
                  <a:lnTo>
                    <a:pt x="24414" y="97159"/>
                  </a:lnTo>
                  <a:lnTo>
                    <a:pt x="52374" y="57457"/>
                  </a:lnTo>
                  <a:lnTo>
                    <a:pt x="88565" y="26783"/>
                  </a:lnTo>
                  <a:lnTo>
                    <a:pt x="131280" y="7007"/>
                  </a:lnTo>
                  <a:lnTo>
                    <a:pt x="178816" y="0"/>
                  </a:lnTo>
                  <a:lnTo>
                    <a:pt x="226356" y="7007"/>
                  </a:lnTo>
                  <a:lnTo>
                    <a:pt x="269075" y="26783"/>
                  </a:lnTo>
                  <a:lnTo>
                    <a:pt x="305268" y="57457"/>
                  </a:lnTo>
                  <a:lnTo>
                    <a:pt x="333230" y="97159"/>
                  </a:lnTo>
                  <a:lnTo>
                    <a:pt x="351257" y="144018"/>
                  </a:lnTo>
                  <a:lnTo>
                    <a:pt x="357644" y="196164"/>
                  </a:lnTo>
                  <a:lnTo>
                    <a:pt x="351257" y="248309"/>
                  </a:lnTo>
                  <a:lnTo>
                    <a:pt x="333230" y="295168"/>
                  </a:lnTo>
                  <a:lnTo>
                    <a:pt x="305268" y="334870"/>
                  </a:lnTo>
                  <a:lnTo>
                    <a:pt x="269075" y="365544"/>
                  </a:lnTo>
                  <a:lnTo>
                    <a:pt x="226356" y="385320"/>
                  </a:lnTo>
                  <a:lnTo>
                    <a:pt x="178816" y="392328"/>
                  </a:lnTo>
                  <a:lnTo>
                    <a:pt x="131280" y="385320"/>
                  </a:lnTo>
                  <a:lnTo>
                    <a:pt x="88565" y="365544"/>
                  </a:lnTo>
                  <a:lnTo>
                    <a:pt x="52374" y="334870"/>
                  </a:lnTo>
                  <a:lnTo>
                    <a:pt x="24414" y="295168"/>
                  </a:lnTo>
                  <a:lnTo>
                    <a:pt x="6387" y="248309"/>
                  </a:lnTo>
                  <a:lnTo>
                    <a:pt x="0" y="196164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29"/>
            <p:cNvSpPr/>
            <p:nvPr/>
          </p:nvSpPr>
          <p:spPr>
            <a:xfrm>
              <a:off x="5041107" y="4173198"/>
              <a:ext cx="358140" cy="392430"/>
            </a:xfrm>
            <a:custGeom>
              <a:rect b="b" l="l" r="r" t="t"/>
              <a:pathLst>
                <a:path extrusionOk="0" h="392429" w="358139">
                  <a:moveTo>
                    <a:pt x="178816" y="0"/>
                  </a:moveTo>
                  <a:lnTo>
                    <a:pt x="131280" y="7007"/>
                  </a:lnTo>
                  <a:lnTo>
                    <a:pt x="88565" y="26783"/>
                  </a:lnTo>
                  <a:lnTo>
                    <a:pt x="52374" y="57457"/>
                  </a:lnTo>
                  <a:lnTo>
                    <a:pt x="24414" y="97159"/>
                  </a:lnTo>
                  <a:lnTo>
                    <a:pt x="6387" y="144018"/>
                  </a:lnTo>
                  <a:lnTo>
                    <a:pt x="0" y="196164"/>
                  </a:lnTo>
                  <a:lnTo>
                    <a:pt x="6387" y="248309"/>
                  </a:lnTo>
                  <a:lnTo>
                    <a:pt x="24414" y="295168"/>
                  </a:lnTo>
                  <a:lnTo>
                    <a:pt x="52374" y="334870"/>
                  </a:lnTo>
                  <a:lnTo>
                    <a:pt x="88565" y="365544"/>
                  </a:lnTo>
                  <a:lnTo>
                    <a:pt x="131280" y="385320"/>
                  </a:lnTo>
                  <a:lnTo>
                    <a:pt x="178816" y="392328"/>
                  </a:lnTo>
                  <a:lnTo>
                    <a:pt x="226356" y="385320"/>
                  </a:lnTo>
                  <a:lnTo>
                    <a:pt x="269075" y="365544"/>
                  </a:lnTo>
                  <a:lnTo>
                    <a:pt x="305268" y="334870"/>
                  </a:lnTo>
                  <a:lnTo>
                    <a:pt x="333230" y="295168"/>
                  </a:lnTo>
                  <a:lnTo>
                    <a:pt x="351257" y="248309"/>
                  </a:lnTo>
                  <a:lnTo>
                    <a:pt x="357644" y="196164"/>
                  </a:lnTo>
                  <a:lnTo>
                    <a:pt x="351257" y="144018"/>
                  </a:lnTo>
                  <a:lnTo>
                    <a:pt x="333230" y="97159"/>
                  </a:lnTo>
                  <a:lnTo>
                    <a:pt x="305268" y="57457"/>
                  </a:lnTo>
                  <a:lnTo>
                    <a:pt x="269075" y="26783"/>
                  </a:lnTo>
                  <a:lnTo>
                    <a:pt x="226356" y="7007"/>
                  </a:lnTo>
                  <a:lnTo>
                    <a:pt x="1788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29"/>
            <p:cNvSpPr/>
            <p:nvPr/>
          </p:nvSpPr>
          <p:spPr>
            <a:xfrm>
              <a:off x="5041107" y="4173198"/>
              <a:ext cx="358140" cy="392430"/>
            </a:xfrm>
            <a:custGeom>
              <a:rect b="b" l="l" r="r" t="t"/>
              <a:pathLst>
                <a:path extrusionOk="0" h="392429" w="358139">
                  <a:moveTo>
                    <a:pt x="0" y="196164"/>
                  </a:moveTo>
                  <a:lnTo>
                    <a:pt x="6387" y="144018"/>
                  </a:lnTo>
                  <a:lnTo>
                    <a:pt x="24414" y="97159"/>
                  </a:lnTo>
                  <a:lnTo>
                    <a:pt x="52374" y="57457"/>
                  </a:lnTo>
                  <a:lnTo>
                    <a:pt x="88565" y="26783"/>
                  </a:lnTo>
                  <a:lnTo>
                    <a:pt x="131280" y="7007"/>
                  </a:lnTo>
                  <a:lnTo>
                    <a:pt x="178816" y="0"/>
                  </a:lnTo>
                  <a:lnTo>
                    <a:pt x="226356" y="7007"/>
                  </a:lnTo>
                  <a:lnTo>
                    <a:pt x="269075" y="26783"/>
                  </a:lnTo>
                  <a:lnTo>
                    <a:pt x="305268" y="57457"/>
                  </a:lnTo>
                  <a:lnTo>
                    <a:pt x="333230" y="97159"/>
                  </a:lnTo>
                  <a:lnTo>
                    <a:pt x="351257" y="144018"/>
                  </a:lnTo>
                  <a:lnTo>
                    <a:pt x="357644" y="196164"/>
                  </a:lnTo>
                  <a:lnTo>
                    <a:pt x="351257" y="248309"/>
                  </a:lnTo>
                  <a:lnTo>
                    <a:pt x="333230" y="295168"/>
                  </a:lnTo>
                  <a:lnTo>
                    <a:pt x="305268" y="334870"/>
                  </a:lnTo>
                  <a:lnTo>
                    <a:pt x="269075" y="365544"/>
                  </a:lnTo>
                  <a:lnTo>
                    <a:pt x="226356" y="385320"/>
                  </a:lnTo>
                  <a:lnTo>
                    <a:pt x="178816" y="392328"/>
                  </a:lnTo>
                  <a:lnTo>
                    <a:pt x="131280" y="385320"/>
                  </a:lnTo>
                  <a:lnTo>
                    <a:pt x="88565" y="365544"/>
                  </a:lnTo>
                  <a:lnTo>
                    <a:pt x="52374" y="334870"/>
                  </a:lnTo>
                  <a:lnTo>
                    <a:pt x="24414" y="295168"/>
                  </a:lnTo>
                  <a:lnTo>
                    <a:pt x="6387" y="248309"/>
                  </a:lnTo>
                  <a:lnTo>
                    <a:pt x="0" y="196164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9"/>
            <p:cNvSpPr/>
            <p:nvPr/>
          </p:nvSpPr>
          <p:spPr>
            <a:xfrm>
              <a:off x="4079180" y="4173198"/>
              <a:ext cx="358140" cy="392430"/>
            </a:xfrm>
            <a:custGeom>
              <a:rect b="b" l="l" r="r" t="t"/>
              <a:pathLst>
                <a:path extrusionOk="0" h="392429" w="358139">
                  <a:moveTo>
                    <a:pt x="178816" y="0"/>
                  </a:moveTo>
                  <a:lnTo>
                    <a:pt x="131280" y="7007"/>
                  </a:lnTo>
                  <a:lnTo>
                    <a:pt x="88565" y="26783"/>
                  </a:lnTo>
                  <a:lnTo>
                    <a:pt x="52374" y="57457"/>
                  </a:lnTo>
                  <a:lnTo>
                    <a:pt x="24414" y="97159"/>
                  </a:lnTo>
                  <a:lnTo>
                    <a:pt x="6387" y="144018"/>
                  </a:lnTo>
                  <a:lnTo>
                    <a:pt x="0" y="196164"/>
                  </a:lnTo>
                  <a:lnTo>
                    <a:pt x="6387" y="248309"/>
                  </a:lnTo>
                  <a:lnTo>
                    <a:pt x="24414" y="295168"/>
                  </a:lnTo>
                  <a:lnTo>
                    <a:pt x="52374" y="334870"/>
                  </a:lnTo>
                  <a:lnTo>
                    <a:pt x="88565" y="365544"/>
                  </a:lnTo>
                  <a:lnTo>
                    <a:pt x="131280" y="385320"/>
                  </a:lnTo>
                  <a:lnTo>
                    <a:pt x="178816" y="392328"/>
                  </a:lnTo>
                  <a:lnTo>
                    <a:pt x="226356" y="385320"/>
                  </a:lnTo>
                  <a:lnTo>
                    <a:pt x="269075" y="365544"/>
                  </a:lnTo>
                  <a:lnTo>
                    <a:pt x="305268" y="334870"/>
                  </a:lnTo>
                  <a:lnTo>
                    <a:pt x="333230" y="295168"/>
                  </a:lnTo>
                  <a:lnTo>
                    <a:pt x="351257" y="248309"/>
                  </a:lnTo>
                  <a:lnTo>
                    <a:pt x="357644" y="196164"/>
                  </a:lnTo>
                  <a:lnTo>
                    <a:pt x="351257" y="144018"/>
                  </a:lnTo>
                  <a:lnTo>
                    <a:pt x="333230" y="97159"/>
                  </a:lnTo>
                  <a:lnTo>
                    <a:pt x="305268" y="57457"/>
                  </a:lnTo>
                  <a:lnTo>
                    <a:pt x="269075" y="26783"/>
                  </a:lnTo>
                  <a:lnTo>
                    <a:pt x="226356" y="7007"/>
                  </a:lnTo>
                  <a:lnTo>
                    <a:pt x="1788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9"/>
            <p:cNvSpPr/>
            <p:nvPr/>
          </p:nvSpPr>
          <p:spPr>
            <a:xfrm>
              <a:off x="4079180" y="4173198"/>
              <a:ext cx="358140" cy="392430"/>
            </a:xfrm>
            <a:custGeom>
              <a:rect b="b" l="l" r="r" t="t"/>
              <a:pathLst>
                <a:path extrusionOk="0" h="392429" w="358139">
                  <a:moveTo>
                    <a:pt x="0" y="196164"/>
                  </a:moveTo>
                  <a:lnTo>
                    <a:pt x="6387" y="144018"/>
                  </a:lnTo>
                  <a:lnTo>
                    <a:pt x="24414" y="97159"/>
                  </a:lnTo>
                  <a:lnTo>
                    <a:pt x="52374" y="57457"/>
                  </a:lnTo>
                  <a:lnTo>
                    <a:pt x="88565" y="26783"/>
                  </a:lnTo>
                  <a:lnTo>
                    <a:pt x="131280" y="7007"/>
                  </a:lnTo>
                  <a:lnTo>
                    <a:pt x="178816" y="0"/>
                  </a:lnTo>
                  <a:lnTo>
                    <a:pt x="226356" y="7007"/>
                  </a:lnTo>
                  <a:lnTo>
                    <a:pt x="269075" y="26783"/>
                  </a:lnTo>
                  <a:lnTo>
                    <a:pt x="305268" y="57457"/>
                  </a:lnTo>
                  <a:lnTo>
                    <a:pt x="333230" y="97159"/>
                  </a:lnTo>
                  <a:lnTo>
                    <a:pt x="351257" y="144018"/>
                  </a:lnTo>
                  <a:lnTo>
                    <a:pt x="357644" y="196164"/>
                  </a:lnTo>
                  <a:lnTo>
                    <a:pt x="351257" y="248309"/>
                  </a:lnTo>
                  <a:lnTo>
                    <a:pt x="333230" y="295168"/>
                  </a:lnTo>
                  <a:lnTo>
                    <a:pt x="305268" y="334870"/>
                  </a:lnTo>
                  <a:lnTo>
                    <a:pt x="269075" y="365544"/>
                  </a:lnTo>
                  <a:lnTo>
                    <a:pt x="226356" y="385320"/>
                  </a:lnTo>
                  <a:lnTo>
                    <a:pt x="178816" y="392328"/>
                  </a:lnTo>
                  <a:lnTo>
                    <a:pt x="131280" y="385320"/>
                  </a:lnTo>
                  <a:lnTo>
                    <a:pt x="88565" y="365544"/>
                  </a:lnTo>
                  <a:lnTo>
                    <a:pt x="52374" y="334870"/>
                  </a:lnTo>
                  <a:lnTo>
                    <a:pt x="24414" y="295168"/>
                  </a:lnTo>
                  <a:lnTo>
                    <a:pt x="6387" y="248309"/>
                  </a:lnTo>
                  <a:lnTo>
                    <a:pt x="0" y="196164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29"/>
            <p:cNvSpPr/>
            <p:nvPr/>
          </p:nvSpPr>
          <p:spPr>
            <a:xfrm>
              <a:off x="5041107" y="3523846"/>
              <a:ext cx="358140" cy="392430"/>
            </a:xfrm>
            <a:custGeom>
              <a:rect b="b" l="l" r="r" t="t"/>
              <a:pathLst>
                <a:path extrusionOk="0" h="392429" w="358139">
                  <a:moveTo>
                    <a:pt x="178816" y="0"/>
                  </a:moveTo>
                  <a:lnTo>
                    <a:pt x="131280" y="7007"/>
                  </a:lnTo>
                  <a:lnTo>
                    <a:pt x="88565" y="26783"/>
                  </a:lnTo>
                  <a:lnTo>
                    <a:pt x="52374" y="57457"/>
                  </a:lnTo>
                  <a:lnTo>
                    <a:pt x="24414" y="97159"/>
                  </a:lnTo>
                  <a:lnTo>
                    <a:pt x="6387" y="144018"/>
                  </a:lnTo>
                  <a:lnTo>
                    <a:pt x="0" y="196164"/>
                  </a:lnTo>
                  <a:lnTo>
                    <a:pt x="6387" y="248309"/>
                  </a:lnTo>
                  <a:lnTo>
                    <a:pt x="24414" y="295168"/>
                  </a:lnTo>
                  <a:lnTo>
                    <a:pt x="52374" y="334870"/>
                  </a:lnTo>
                  <a:lnTo>
                    <a:pt x="88565" y="365544"/>
                  </a:lnTo>
                  <a:lnTo>
                    <a:pt x="131280" y="385320"/>
                  </a:lnTo>
                  <a:lnTo>
                    <a:pt x="178816" y="392328"/>
                  </a:lnTo>
                  <a:lnTo>
                    <a:pt x="226356" y="385320"/>
                  </a:lnTo>
                  <a:lnTo>
                    <a:pt x="269075" y="365544"/>
                  </a:lnTo>
                  <a:lnTo>
                    <a:pt x="305268" y="334870"/>
                  </a:lnTo>
                  <a:lnTo>
                    <a:pt x="333230" y="295168"/>
                  </a:lnTo>
                  <a:lnTo>
                    <a:pt x="351257" y="248309"/>
                  </a:lnTo>
                  <a:lnTo>
                    <a:pt x="357644" y="196164"/>
                  </a:lnTo>
                  <a:lnTo>
                    <a:pt x="351257" y="144018"/>
                  </a:lnTo>
                  <a:lnTo>
                    <a:pt x="333230" y="97159"/>
                  </a:lnTo>
                  <a:lnTo>
                    <a:pt x="305268" y="57457"/>
                  </a:lnTo>
                  <a:lnTo>
                    <a:pt x="269075" y="26783"/>
                  </a:lnTo>
                  <a:lnTo>
                    <a:pt x="226356" y="7007"/>
                  </a:lnTo>
                  <a:lnTo>
                    <a:pt x="1788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29"/>
            <p:cNvSpPr/>
            <p:nvPr/>
          </p:nvSpPr>
          <p:spPr>
            <a:xfrm>
              <a:off x="5041107" y="3523846"/>
              <a:ext cx="358140" cy="392430"/>
            </a:xfrm>
            <a:custGeom>
              <a:rect b="b" l="l" r="r" t="t"/>
              <a:pathLst>
                <a:path extrusionOk="0" h="392429" w="358139">
                  <a:moveTo>
                    <a:pt x="0" y="196164"/>
                  </a:moveTo>
                  <a:lnTo>
                    <a:pt x="6387" y="144018"/>
                  </a:lnTo>
                  <a:lnTo>
                    <a:pt x="24414" y="97159"/>
                  </a:lnTo>
                  <a:lnTo>
                    <a:pt x="52374" y="57457"/>
                  </a:lnTo>
                  <a:lnTo>
                    <a:pt x="88565" y="26783"/>
                  </a:lnTo>
                  <a:lnTo>
                    <a:pt x="131280" y="7007"/>
                  </a:lnTo>
                  <a:lnTo>
                    <a:pt x="178816" y="0"/>
                  </a:lnTo>
                  <a:lnTo>
                    <a:pt x="226356" y="7007"/>
                  </a:lnTo>
                  <a:lnTo>
                    <a:pt x="269075" y="26783"/>
                  </a:lnTo>
                  <a:lnTo>
                    <a:pt x="305268" y="57457"/>
                  </a:lnTo>
                  <a:lnTo>
                    <a:pt x="333230" y="97159"/>
                  </a:lnTo>
                  <a:lnTo>
                    <a:pt x="351257" y="144018"/>
                  </a:lnTo>
                  <a:lnTo>
                    <a:pt x="357644" y="196164"/>
                  </a:lnTo>
                  <a:lnTo>
                    <a:pt x="351257" y="248309"/>
                  </a:lnTo>
                  <a:lnTo>
                    <a:pt x="333230" y="295168"/>
                  </a:lnTo>
                  <a:lnTo>
                    <a:pt x="305268" y="334870"/>
                  </a:lnTo>
                  <a:lnTo>
                    <a:pt x="269075" y="365544"/>
                  </a:lnTo>
                  <a:lnTo>
                    <a:pt x="226356" y="385320"/>
                  </a:lnTo>
                  <a:lnTo>
                    <a:pt x="178816" y="392328"/>
                  </a:lnTo>
                  <a:lnTo>
                    <a:pt x="131280" y="385320"/>
                  </a:lnTo>
                  <a:lnTo>
                    <a:pt x="88565" y="365544"/>
                  </a:lnTo>
                  <a:lnTo>
                    <a:pt x="52374" y="334870"/>
                  </a:lnTo>
                  <a:lnTo>
                    <a:pt x="24414" y="295168"/>
                  </a:lnTo>
                  <a:lnTo>
                    <a:pt x="6387" y="248309"/>
                  </a:lnTo>
                  <a:lnTo>
                    <a:pt x="0" y="196164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1" name="Google Shape;511;p29"/>
          <p:cNvGrpSpPr/>
          <p:nvPr/>
        </p:nvGrpSpPr>
        <p:grpSpPr>
          <a:xfrm>
            <a:off x="3858737" y="2000242"/>
            <a:ext cx="1540510" cy="1185513"/>
            <a:chOff x="3858737" y="2000242"/>
            <a:chExt cx="1540510" cy="1185513"/>
          </a:xfrm>
        </p:grpSpPr>
        <p:sp>
          <p:nvSpPr>
            <p:cNvPr id="512" name="Google Shape;512;p29"/>
            <p:cNvSpPr/>
            <p:nvPr/>
          </p:nvSpPr>
          <p:spPr>
            <a:xfrm>
              <a:off x="3858737" y="2000242"/>
              <a:ext cx="1332230" cy="974090"/>
            </a:xfrm>
            <a:custGeom>
              <a:rect b="b" l="l" r="r" t="t"/>
              <a:pathLst>
                <a:path extrusionOk="0" h="974089" w="1332229">
                  <a:moveTo>
                    <a:pt x="1331899" y="0"/>
                  </a:moveTo>
                  <a:lnTo>
                    <a:pt x="0" y="0"/>
                  </a:lnTo>
                  <a:lnTo>
                    <a:pt x="0" y="974026"/>
                  </a:lnTo>
                  <a:lnTo>
                    <a:pt x="1331899" y="0"/>
                  </a:lnTo>
                  <a:close/>
                </a:path>
              </a:pathLst>
            </a:custGeom>
            <a:solidFill>
              <a:srgbClr val="00AE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9"/>
            <p:cNvSpPr/>
            <p:nvPr/>
          </p:nvSpPr>
          <p:spPr>
            <a:xfrm>
              <a:off x="3858737" y="2000242"/>
              <a:ext cx="1332230" cy="974090"/>
            </a:xfrm>
            <a:custGeom>
              <a:rect b="b" l="l" r="r" t="t"/>
              <a:pathLst>
                <a:path extrusionOk="0" h="974089" w="1332229">
                  <a:moveTo>
                    <a:pt x="0" y="974026"/>
                  </a:moveTo>
                  <a:lnTo>
                    <a:pt x="1331899" y="0"/>
                  </a:lnTo>
                  <a:lnTo>
                    <a:pt x="0" y="0"/>
                  </a:lnTo>
                  <a:lnTo>
                    <a:pt x="0" y="974026"/>
                  </a:lnTo>
                </a:path>
              </a:pathLst>
            </a:custGeom>
            <a:noFill/>
            <a:ln cap="flat" cmpd="sng" w="12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9"/>
            <p:cNvSpPr/>
            <p:nvPr/>
          </p:nvSpPr>
          <p:spPr>
            <a:xfrm>
              <a:off x="4079180" y="2143973"/>
              <a:ext cx="358140" cy="392430"/>
            </a:xfrm>
            <a:custGeom>
              <a:rect b="b" l="l" r="r" t="t"/>
              <a:pathLst>
                <a:path extrusionOk="0" h="392430" w="358139">
                  <a:moveTo>
                    <a:pt x="178816" y="0"/>
                  </a:moveTo>
                  <a:lnTo>
                    <a:pt x="131280" y="7007"/>
                  </a:lnTo>
                  <a:lnTo>
                    <a:pt x="88565" y="26783"/>
                  </a:lnTo>
                  <a:lnTo>
                    <a:pt x="52374" y="57457"/>
                  </a:lnTo>
                  <a:lnTo>
                    <a:pt x="24414" y="97159"/>
                  </a:lnTo>
                  <a:lnTo>
                    <a:pt x="6387" y="144018"/>
                  </a:lnTo>
                  <a:lnTo>
                    <a:pt x="0" y="196164"/>
                  </a:lnTo>
                  <a:lnTo>
                    <a:pt x="6387" y="248309"/>
                  </a:lnTo>
                  <a:lnTo>
                    <a:pt x="24414" y="295168"/>
                  </a:lnTo>
                  <a:lnTo>
                    <a:pt x="52374" y="334870"/>
                  </a:lnTo>
                  <a:lnTo>
                    <a:pt x="88565" y="365544"/>
                  </a:lnTo>
                  <a:lnTo>
                    <a:pt x="131280" y="385320"/>
                  </a:lnTo>
                  <a:lnTo>
                    <a:pt x="178816" y="392328"/>
                  </a:lnTo>
                  <a:lnTo>
                    <a:pt x="226356" y="385320"/>
                  </a:lnTo>
                  <a:lnTo>
                    <a:pt x="269075" y="365544"/>
                  </a:lnTo>
                  <a:lnTo>
                    <a:pt x="305268" y="334870"/>
                  </a:lnTo>
                  <a:lnTo>
                    <a:pt x="333230" y="295168"/>
                  </a:lnTo>
                  <a:lnTo>
                    <a:pt x="351257" y="248309"/>
                  </a:lnTo>
                  <a:lnTo>
                    <a:pt x="357644" y="196164"/>
                  </a:lnTo>
                  <a:lnTo>
                    <a:pt x="351257" y="144018"/>
                  </a:lnTo>
                  <a:lnTo>
                    <a:pt x="333230" y="97159"/>
                  </a:lnTo>
                  <a:lnTo>
                    <a:pt x="305268" y="57457"/>
                  </a:lnTo>
                  <a:lnTo>
                    <a:pt x="269075" y="26783"/>
                  </a:lnTo>
                  <a:lnTo>
                    <a:pt x="226356" y="7007"/>
                  </a:lnTo>
                  <a:lnTo>
                    <a:pt x="1788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29"/>
            <p:cNvSpPr/>
            <p:nvPr/>
          </p:nvSpPr>
          <p:spPr>
            <a:xfrm>
              <a:off x="4079180" y="2143973"/>
              <a:ext cx="358140" cy="392430"/>
            </a:xfrm>
            <a:custGeom>
              <a:rect b="b" l="l" r="r" t="t"/>
              <a:pathLst>
                <a:path extrusionOk="0" h="392430" w="358139">
                  <a:moveTo>
                    <a:pt x="0" y="196164"/>
                  </a:moveTo>
                  <a:lnTo>
                    <a:pt x="6387" y="144018"/>
                  </a:lnTo>
                  <a:lnTo>
                    <a:pt x="24414" y="97159"/>
                  </a:lnTo>
                  <a:lnTo>
                    <a:pt x="52374" y="57457"/>
                  </a:lnTo>
                  <a:lnTo>
                    <a:pt x="88565" y="26783"/>
                  </a:lnTo>
                  <a:lnTo>
                    <a:pt x="131280" y="7007"/>
                  </a:lnTo>
                  <a:lnTo>
                    <a:pt x="178816" y="0"/>
                  </a:lnTo>
                  <a:lnTo>
                    <a:pt x="226356" y="7007"/>
                  </a:lnTo>
                  <a:lnTo>
                    <a:pt x="269075" y="26783"/>
                  </a:lnTo>
                  <a:lnTo>
                    <a:pt x="305268" y="57457"/>
                  </a:lnTo>
                  <a:lnTo>
                    <a:pt x="333230" y="97159"/>
                  </a:lnTo>
                  <a:lnTo>
                    <a:pt x="351257" y="144018"/>
                  </a:lnTo>
                  <a:lnTo>
                    <a:pt x="357644" y="196164"/>
                  </a:lnTo>
                  <a:lnTo>
                    <a:pt x="351257" y="248309"/>
                  </a:lnTo>
                  <a:lnTo>
                    <a:pt x="333230" y="295168"/>
                  </a:lnTo>
                  <a:lnTo>
                    <a:pt x="305268" y="334870"/>
                  </a:lnTo>
                  <a:lnTo>
                    <a:pt x="269075" y="365544"/>
                  </a:lnTo>
                  <a:lnTo>
                    <a:pt x="226356" y="385320"/>
                  </a:lnTo>
                  <a:lnTo>
                    <a:pt x="178816" y="392328"/>
                  </a:lnTo>
                  <a:lnTo>
                    <a:pt x="131280" y="385320"/>
                  </a:lnTo>
                  <a:lnTo>
                    <a:pt x="88565" y="365544"/>
                  </a:lnTo>
                  <a:lnTo>
                    <a:pt x="52374" y="334870"/>
                  </a:lnTo>
                  <a:lnTo>
                    <a:pt x="24414" y="295168"/>
                  </a:lnTo>
                  <a:lnTo>
                    <a:pt x="6387" y="248309"/>
                  </a:lnTo>
                  <a:lnTo>
                    <a:pt x="0" y="196164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29"/>
            <p:cNvSpPr/>
            <p:nvPr/>
          </p:nvSpPr>
          <p:spPr>
            <a:xfrm>
              <a:off x="5041107" y="2793325"/>
              <a:ext cx="358140" cy="392430"/>
            </a:xfrm>
            <a:custGeom>
              <a:rect b="b" l="l" r="r" t="t"/>
              <a:pathLst>
                <a:path extrusionOk="0" h="392430" w="358139">
                  <a:moveTo>
                    <a:pt x="178816" y="0"/>
                  </a:moveTo>
                  <a:lnTo>
                    <a:pt x="131280" y="7007"/>
                  </a:lnTo>
                  <a:lnTo>
                    <a:pt x="88565" y="26783"/>
                  </a:lnTo>
                  <a:lnTo>
                    <a:pt x="52374" y="57457"/>
                  </a:lnTo>
                  <a:lnTo>
                    <a:pt x="24414" y="97159"/>
                  </a:lnTo>
                  <a:lnTo>
                    <a:pt x="6387" y="144018"/>
                  </a:lnTo>
                  <a:lnTo>
                    <a:pt x="0" y="196164"/>
                  </a:lnTo>
                  <a:lnTo>
                    <a:pt x="6387" y="248309"/>
                  </a:lnTo>
                  <a:lnTo>
                    <a:pt x="24414" y="295168"/>
                  </a:lnTo>
                  <a:lnTo>
                    <a:pt x="52374" y="334870"/>
                  </a:lnTo>
                  <a:lnTo>
                    <a:pt x="88565" y="365544"/>
                  </a:lnTo>
                  <a:lnTo>
                    <a:pt x="131280" y="385320"/>
                  </a:lnTo>
                  <a:lnTo>
                    <a:pt x="178816" y="392328"/>
                  </a:lnTo>
                  <a:lnTo>
                    <a:pt x="226356" y="385320"/>
                  </a:lnTo>
                  <a:lnTo>
                    <a:pt x="269075" y="365544"/>
                  </a:lnTo>
                  <a:lnTo>
                    <a:pt x="305268" y="334870"/>
                  </a:lnTo>
                  <a:lnTo>
                    <a:pt x="333230" y="295168"/>
                  </a:lnTo>
                  <a:lnTo>
                    <a:pt x="351257" y="248309"/>
                  </a:lnTo>
                  <a:lnTo>
                    <a:pt x="357644" y="196164"/>
                  </a:lnTo>
                  <a:lnTo>
                    <a:pt x="351257" y="144018"/>
                  </a:lnTo>
                  <a:lnTo>
                    <a:pt x="333230" y="97159"/>
                  </a:lnTo>
                  <a:lnTo>
                    <a:pt x="305268" y="57457"/>
                  </a:lnTo>
                  <a:lnTo>
                    <a:pt x="269075" y="26783"/>
                  </a:lnTo>
                  <a:lnTo>
                    <a:pt x="226356" y="7007"/>
                  </a:lnTo>
                  <a:lnTo>
                    <a:pt x="1788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9"/>
            <p:cNvSpPr/>
            <p:nvPr/>
          </p:nvSpPr>
          <p:spPr>
            <a:xfrm>
              <a:off x="5041107" y="2793325"/>
              <a:ext cx="358140" cy="392430"/>
            </a:xfrm>
            <a:custGeom>
              <a:rect b="b" l="l" r="r" t="t"/>
              <a:pathLst>
                <a:path extrusionOk="0" h="392430" w="358139">
                  <a:moveTo>
                    <a:pt x="0" y="196164"/>
                  </a:moveTo>
                  <a:lnTo>
                    <a:pt x="6387" y="144018"/>
                  </a:lnTo>
                  <a:lnTo>
                    <a:pt x="24414" y="97159"/>
                  </a:lnTo>
                  <a:lnTo>
                    <a:pt x="52374" y="57457"/>
                  </a:lnTo>
                  <a:lnTo>
                    <a:pt x="88565" y="26783"/>
                  </a:lnTo>
                  <a:lnTo>
                    <a:pt x="131280" y="7007"/>
                  </a:lnTo>
                  <a:lnTo>
                    <a:pt x="178816" y="0"/>
                  </a:lnTo>
                  <a:lnTo>
                    <a:pt x="226356" y="7007"/>
                  </a:lnTo>
                  <a:lnTo>
                    <a:pt x="269075" y="26783"/>
                  </a:lnTo>
                  <a:lnTo>
                    <a:pt x="305268" y="57457"/>
                  </a:lnTo>
                  <a:lnTo>
                    <a:pt x="333230" y="97159"/>
                  </a:lnTo>
                  <a:lnTo>
                    <a:pt x="351257" y="144018"/>
                  </a:lnTo>
                  <a:lnTo>
                    <a:pt x="357644" y="196164"/>
                  </a:lnTo>
                  <a:lnTo>
                    <a:pt x="351257" y="248309"/>
                  </a:lnTo>
                  <a:lnTo>
                    <a:pt x="333230" y="295168"/>
                  </a:lnTo>
                  <a:lnTo>
                    <a:pt x="305268" y="334870"/>
                  </a:lnTo>
                  <a:lnTo>
                    <a:pt x="269075" y="365544"/>
                  </a:lnTo>
                  <a:lnTo>
                    <a:pt x="226356" y="385320"/>
                  </a:lnTo>
                  <a:lnTo>
                    <a:pt x="178816" y="392328"/>
                  </a:lnTo>
                  <a:lnTo>
                    <a:pt x="131280" y="385320"/>
                  </a:lnTo>
                  <a:lnTo>
                    <a:pt x="88565" y="365544"/>
                  </a:lnTo>
                  <a:lnTo>
                    <a:pt x="52374" y="334870"/>
                  </a:lnTo>
                  <a:lnTo>
                    <a:pt x="24414" y="295168"/>
                  </a:lnTo>
                  <a:lnTo>
                    <a:pt x="6387" y="248309"/>
                  </a:lnTo>
                  <a:lnTo>
                    <a:pt x="0" y="196164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29"/>
            <p:cNvSpPr/>
            <p:nvPr/>
          </p:nvSpPr>
          <p:spPr>
            <a:xfrm>
              <a:off x="4079180" y="2793325"/>
              <a:ext cx="358140" cy="392430"/>
            </a:xfrm>
            <a:custGeom>
              <a:rect b="b" l="l" r="r" t="t"/>
              <a:pathLst>
                <a:path extrusionOk="0" h="392430" w="358139">
                  <a:moveTo>
                    <a:pt x="178816" y="0"/>
                  </a:moveTo>
                  <a:lnTo>
                    <a:pt x="131280" y="7007"/>
                  </a:lnTo>
                  <a:lnTo>
                    <a:pt x="88565" y="26783"/>
                  </a:lnTo>
                  <a:lnTo>
                    <a:pt x="52374" y="57457"/>
                  </a:lnTo>
                  <a:lnTo>
                    <a:pt x="24414" y="97159"/>
                  </a:lnTo>
                  <a:lnTo>
                    <a:pt x="6387" y="144018"/>
                  </a:lnTo>
                  <a:lnTo>
                    <a:pt x="0" y="196164"/>
                  </a:lnTo>
                  <a:lnTo>
                    <a:pt x="6387" y="248309"/>
                  </a:lnTo>
                  <a:lnTo>
                    <a:pt x="24414" y="295168"/>
                  </a:lnTo>
                  <a:lnTo>
                    <a:pt x="52374" y="334870"/>
                  </a:lnTo>
                  <a:lnTo>
                    <a:pt x="88565" y="365544"/>
                  </a:lnTo>
                  <a:lnTo>
                    <a:pt x="131280" y="385320"/>
                  </a:lnTo>
                  <a:lnTo>
                    <a:pt x="178816" y="392328"/>
                  </a:lnTo>
                  <a:lnTo>
                    <a:pt x="226356" y="385320"/>
                  </a:lnTo>
                  <a:lnTo>
                    <a:pt x="269075" y="365544"/>
                  </a:lnTo>
                  <a:lnTo>
                    <a:pt x="305268" y="334870"/>
                  </a:lnTo>
                  <a:lnTo>
                    <a:pt x="333230" y="295168"/>
                  </a:lnTo>
                  <a:lnTo>
                    <a:pt x="351257" y="248309"/>
                  </a:lnTo>
                  <a:lnTo>
                    <a:pt x="357644" y="196164"/>
                  </a:lnTo>
                  <a:lnTo>
                    <a:pt x="351257" y="144018"/>
                  </a:lnTo>
                  <a:lnTo>
                    <a:pt x="333230" y="97159"/>
                  </a:lnTo>
                  <a:lnTo>
                    <a:pt x="305268" y="57457"/>
                  </a:lnTo>
                  <a:lnTo>
                    <a:pt x="269075" y="26783"/>
                  </a:lnTo>
                  <a:lnTo>
                    <a:pt x="226356" y="7007"/>
                  </a:lnTo>
                  <a:lnTo>
                    <a:pt x="1788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9"/>
            <p:cNvSpPr/>
            <p:nvPr/>
          </p:nvSpPr>
          <p:spPr>
            <a:xfrm>
              <a:off x="4079180" y="2793325"/>
              <a:ext cx="358140" cy="392430"/>
            </a:xfrm>
            <a:custGeom>
              <a:rect b="b" l="l" r="r" t="t"/>
              <a:pathLst>
                <a:path extrusionOk="0" h="392430" w="358139">
                  <a:moveTo>
                    <a:pt x="0" y="196164"/>
                  </a:moveTo>
                  <a:lnTo>
                    <a:pt x="6387" y="144018"/>
                  </a:lnTo>
                  <a:lnTo>
                    <a:pt x="24414" y="97159"/>
                  </a:lnTo>
                  <a:lnTo>
                    <a:pt x="52374" y="57457"/>
                  </a:lnTo>
                  <a:lnTo>
                    <a:pt x="88565" y="26783"/>
                  </a:lnTo>
                  <a:lnTo>
                    <a:pt x="131280" y="7007"/>
                  </a:lnTo>
                  <a:lnTo>
                    <a:pt x="178816" y="0"/>
                  </a:lnTo>
                  <a:lnTo>
                    <a:pt x="226356" y="7007"/>
                  </a:lnTo>
                  <a:lnTo>
                    <a:pt x="269075" y="26783"/>
                  </a:lnTo>
                  <a:lnTo>
                    <a:pt x="305268" y="57457"/>
                  </a:lnTo>
                  <a:lnTo>
                    <a:pt x="333230" y="97159"/>
                  </a:lnTo>
                  <a:lnTo>
                    <a:pt x="351257" y="144018"/>
                  </a:lnTo>
                  <a:lnTo>
                    <a:pt x="357644" y="196164"/>
                  </a:lnTo>
                  <a:lnTo>
                    <a:pt x="351257" y="248309"/>
                  </a:lnTo>
                  <a:lnTo>
                    <a:pt x="333230" y="295168"/>
                  </a:lnTo>
                  <a:lnTo>
                    <a:pt x="305268" y="334870"/>
                  </a:lnTo>
                  <a:lnTo>
                    <a:pt x="269075" y="365544"/>
                  </a:lnTo>
                  <a:lnTo>
                    <a:pt x="226356" y="385320"/>
                  </a:lnTo>
                  <a:lnTo>
                    <a:pt x="178816" y="392328"/>
                  </a:lnTo>
                  <a:lnTo>
                    <a:pt x="131280" y="385320"/>
                  </a:lnTo>
                  <a:lnTo>
                    <a:pt x="88565" y="365544"/>
                  </a:lnTo>
                  <a:lnTo>
                    <a:pt x="52374" y="334870"/>
                  </a:lnTo>
                  <a:lnTo>
                    <a:pt x="24414" y="295168"/>
                  </a:lnTo>
                  <a:lnTo>
                    <a:pt x="6387" y="248309"/>
                  </a:lnTo>
                  <a:lnTo>
                    <a:pt x="0" y="196164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9"/>
            <p:cNvSpPr/>
            <p:nvPr/>
          </p:nvSpPr>
          <p:spPr>
            <a:xfrm>
              <a:off x="5041107" y="2143973"/>
              <a:ext cx="358140" cy="392430"/>
            </a:xfrm>
            <a:custGeom>
              <a:rect b="b" l="l" r="r" t="t"/>
              <a:pathLst>
                <a:path extrusionOk="0" h="392430" w="358139">
                  <a:moveTo>
                    <a:pt x="178816" y="0"/>
                  </a:moveTo>
                  <a:lnTo>
                    <a:pt x="131280" y="7007"/>
                  </a:lnTo>
                  <a:lnTo>
                    <a:pt x="88565" y="26783"/>
                  </a:lnTo>
                  <a:lnTo>
                    <a:pt x="52374" y="57457"/>
                  </a:lnTo>
                  <a:lnTo>
                    <a:pt x="24414" y="97159"/>
                  </a:lnTo>
                  <a:lnTo>
                    <a:pt x="6387" y="144018"/>
                  </a:lnTo>
                  <a:lnTo>
                    <a:pt x="0" y="196164"/>
                  </a:lnTo>
                  <a:lnTo>
                    <a:pt x="6387" y="248309"/>
                  </a:lnTo>
                  <a:lnTo>
                    <a:pt x="24414" y="295168"/>
                  </a:lnTo>
                  <a:lnTo>
                    <a:pt x="52374" y="334870"/>
                  </a:lnTo>
                  <a:lnTo>
                    <a:pt x="88565" y="365544"/>
                  </a:lnTo>
                  <a:lnTo>
                    <a:pt x="131280" y="385320"/>
                  </a:lnTo>
                  <a:lnTo>
                    <a:pt x="178816" y="392328"/>
                  </a:lnTo>
                  <a:lnTo>
                    <a:pt x="226356" y="385320"/>
                  </a:lnTo>
                  <a:lnTo>
                    <a:pt x="269075" y="365544"/>
                  </a:lnTo>
                  <a:lnTo>
                    <a:pt x="305268" y="334870"/>
                  </a:lnTo>
                  <a:lnTo>
                    <a:pt x="333230" y="295168"/>
                  </a:lnTo>
                  <a:lnTo>
                    <a:pt x="351257" y="248309"/>
                  </a:lnTo>
                  <a:lnTo>
                    <a:pt x="357644" y="196164"/>
                  </a:lnTo>
                  <a:lnTo>
                    <a:pt x="351257" y="144018"/>
                  </a:lnTo>
                  <a:lnTo>
                    <a:pt x="333230" y="97159"/>
                  </a:lnTo>
                  <a:lnTo>
                    <a:pt x="305268" y="57457"/>
                  </a:lnTo>
                  <a:lnTo>
                    <a:pt x="269075" y="26783"/>
                  </a:lnTo>
                  <a:lnTo>
                    <a:pt x="226356" y="7007"/>
                  </a:lnTo>
                  <a:lnTo>
                    <a:pt x="1788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9"/>
            <p:cNvSpPr/>
            <p:nvPr/>
          </p:nvSpPr>
          <p:spPr>
            <a:xfrm>
              <a:off x="5041107" y="2143973"/>
              <a:ext cx="358140" cy="392430"/>
            </a:xfrm>
            <a:custGeom>
              <a:rect b="b" l="l" r="r" t="t"/>
              <a:pathLst>
                <a:path extrusionOk="0" h="392430" w="358139">
                  <a:moveTo>
                    <a:pt x="0" y="196164"/>
                  </a:moveTo>
                  <a:lnTo>
                    <a:pt x="6387" y="144018"/>
                  </a:lnTo>
                  <a:lnTo>
                    <a:pt x="24414" y="97159"/>
                  </a:lnTo>
                  <a:lnTo>
                    <a:pt x="52374" y="57457"/>
                  </a:lnTo>
                  <a:lnTo>
                    <a:pt x="88565" y="26783"/>
                  </a:lnTo>
                  <a:lnTo>
                    <a:pt x="131280" y="7007"/>
                  </a:lnTo>
                  <a:lnTo>
                    <a:pt x="178816" y="0"/>
                  </a:lnTo>
                  <a:lnTo>
                    <a:pt x="226356" y="7007"/>
                  </a:lnTo>
                  <a:lnTo>
                    <a:pt x="269075" y="26783"/>
                  </a:lnTo>
                  <a:lnTo>
                    <a:pt x="305268" y="57457"/>
                  </a:lnTo>
                  <a:lnTo>
                    <a:pt x="333230" y="97159"/>
                  </a:lnTo>
                  <a:lnTo>
                    <a:pt x="351257" y="144018"/>
                  </a:lnTo>
                  <a:lnTo>
                    <a:pt x="357644" y="196164"/>
                  </a:lnTo>
                  <a:lnTo>
                    <a:pt x="351257" y="248309"/>
                  </a:lnTo>
                  <a:lnTo>
                    <a:pt x="333230" y="295168"/>
                  </a:lnTo>
                  <a:lnTo>
                    <a:pt x="305268" y="334870"/>
                  </a:lnTo>
                  <a:lnTo>
                    <a:pt x="269075" y="365544"/>
                  </a:lnTo>
                  <a:lnTo>
                    <a:pt x="226356" y="385320"/>
                  </a:lnTo>
                  <a:lnTo>
                    <a:pt x="178816" y="392328"/>
                  </a:lnTo>
                  <a:lnTo>
                    <a:pt x="131280" y="385320"/>
                  </a:lnTo>
                  <a:lnTo>
                    <a:pt x="88565" y="365544"/>
                  </a:lnTo>
                  <a:lnTo>
                    <a:pt x="52374" y="334870"/>
                  </a:lnTo>
                  <a:lnTo>
                    <a:pt x="24414" y="295168"/>
                  </a:lnTo>
                  <a:lnTo>
                    <a:pt x="6387" y="248309"/>
                  </a:lnTo>
                  <a:lnTo>
                    <a:pt x="0" y="196164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2" name="Google Shape;522;p29"/>
          <p:cNvSpPr/>
          <p:nvPr/>
        </p:nvSpPr>
        <p:spPr>
          <a:xfrm>
            <a:off x="4079180" y="5553069"/>
            <a:ext cx="358140" cy="392430"/>
          </a:xfrm>
          <a:custGeom>
            <a:rect b="b" l="l" r="r" t="t"/>
            <a:pathLst>
              <a:path extrusionOk="0" h="392429" w="358139">
                <a:moveTo>
                  <a:pt x="0" y="196164"/>
                </a:moveTo>
                <a:lnTo>
                  <a:pt x="6387" y="144018"/>
                </a:lnTo>
                <a:lnTo>
                  <a:pt x="24414" y="97159"/>
                </a:lnTo>
                <a:lnTo>
                  <a:pt x="52374" y="57457"/>
                </a:lnTo>
                <a:lnTo>
                  <a:pt x="88565" y="26783"/>
                </a:lnTo>
                <a:lnTo>
                  <a:pt x="131280" y="7007"/>
                </a:lnTo>
                <a:lnTo>
                  <a:pt x="178816" y="0"/>
                </a:lnTo>
                <a:lnTo>
                  <a:pt x="226356" y="7007"/>
                </a:lnTo>
                <a:lnTo>
                  <a:pt x="269075" y="26783"/>
                </a:lnTo>
                <a:lnTo>
                  <a:pt x="305268" y="57457"/>
                </a:lnTo>
                <a:lnTo>
                  <a:pt x="333230" y="97159"/>
                </a:lnTo>
                <a:lnTo>
                  <a:pt x="351257" y="144018"/>
                </a:lnTo>
                <a:lnTo>
                  <a:pt x="357644" y="196164"/>
                </a:lnTo>
                <a:lnTo>
                  <a:pt x="351257" y="248309"/>
                </a:lnTo>
                <a:lnTo>
                  <a:pt x="333230" y="295168"/>
                </a:lnTo>
                <a:lnTo>
                  <a:pt x="305268" y="334870"/>
                </a:lnTo>
                <a:lnTo>
                  <a:pt x="269075" y="365544"/>
                </a:lnTo>
                <a:lnTo>
                  <a:pt x="226356" y="385320"/>
                </a:lnTo>
                <a:lnTo>
                  <a:pt x="178816" y="392328"/>
                </a:lnTo>
                <a:lnTo>
                  <a:pt x="131280" y="385320"/>
                </a:lnTo>
                <a:lnTo>
                  <a:pt x="88565" y="365544"/>
                </a:lnTo>
                <a:lnTo>
                  <a:pt x="52374" y="334870"/>
                </a:lnTo>
                <a:lnTo>
                  <a:pt x="24414" y="295168"/>
                </a:lnTo>
                <a:lnTo>
                  <a:pt x="6387" y="248309"/>
                </a:lnTo>
                <a:lnTo>
                  <a:pt x="0" y="196164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9"/>
          <p:cNvSpPr/>
          <p:nvPr/>
        </p:nvSpPr>
        <p:spPr>
          <a:xfrm>
            <a:off x="5041107" y="4903718"/>
            <a:ext cx="358140" cy="392430"/>
          </a:xfrm>
          <a:custGeom>
            <a:rect b="b" l="l" r="r" t="t"/>
            <a:pathLst>
              <a:path extrusionOk="0" h="392429" w="358139">
                <a:moveTo>
                  <a:pt x="0" y="196164"/>
                </a:moveTo>
                <a:lnTo>
                  <a:pt x="6387" y="144018"/>
                </a:lnTo>
                <a:lnTo>
                  <a:pt x="24414" y="97159"/>
                </a:lnTo>
                <a:lnTo>
                  <a:pt x="52374" y="57457"/>
                </a:lnTo>
                <a:lnTo>
                  <a:pt x="88565" y="26783"/>
                </a:lnTo>
                <a:lnTo>
                  <a:pt x="131280" y="7007"/>
                </a:lnTo>
                <a:lnTo>
                  <a:pt x="178816" y="0"/>
                </a:lnTo>
                <a:lnTo>
                  <a:pt x="226356" y="7007"/>
                </a:lnTo>
                <a:lnTo>
                  <a:pt x="269075" y="26783"/>
                </a:lnTo>
                <a:lnTo>
                  <a:pt x="305268" y="57457"/>
                </a:lnTo>
                <a:lnTo>
                  <a:pt x="333230" y="97159"/>
                </a:lnTo>
                <a:lnTo>
                  <a:pt x="351257" y="144018"/>
                </a:lnTo>
                <a:lnTo>
                  <a:pt x="357644" y="196164"/>
                </a:lnTo>
                <a:lnTo>
                  <a:pt x="351257" y="248309"/>
                </a:lnTo>
                <a:lnTo>
                  <a:pt x="333230" y="295168"/>
                </a:lnTo>
                <a:lnTo>
                  <a:pt x="305268" y="334870"/>
                </a:lnTo>
                <a:lnTo>
                  <a:pt x="269075" y="365544"/>
                </a:lnTo>
                <a:lnTo>
                  <a:pt x="226356" y="385320"/>
                </a:lnTo>
                <a:lnTo>
                  <a:pt x="178816" y="392328"/>
                </a:lnTo>
                <a:lnTo>
                  <a:pt x="131280" y="385320"/>
                </a:lnTo>
                <a:lnTo>
                  <a:pt x="88565" y="365544"/>
                </a:lnTo>
                <a:lnTo>
                  <a:pt x="52374" y="334870"/>
                </a:lnTo>
                <a:lnTo>
                  <a:pt x="24414" y="295168"/>
                </a:lnTo>
                <a:lnTo>
                  <a:pt x="6387" y="248309"/>
                </a:lnTo>
                <a:lnTo>
                  <a:pt x="0" y="196164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24" name="Google Shape;524;p29"/>
          <p:cNvGraphicFramePr/>
          <p:nvPr/>
        </p:nvGraphicFramePr>
        <p:xfrm>
          <a:off x="380822" y="11889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{91E6DF7D-0CE2-4F0E-B0FC-F8CC729EC077}</a:tableStyleId>
              </a:tblPr>
              <a:tblGrid>
                <a:gridCol w="1621800"/>
                <a:gridCol w="1849750"/>
                <a:gridCol w="831850"/>
                <a:gridCol w="943600"/>
                <a:gridCol w="809625"/>
                <a:gridCol w="892175"/>
                <a:gridCol w="1547500"/>
              </a:tblGrid>
              <a:tr h="804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343535" marR="0" rtl="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3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Structure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6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347344" lvl="0" marL="228600" marR="27559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3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Types of Decision Regions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-201295" lvl="0" marL="601980" marR="32385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3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Exclusive-OR Problem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128904" lvl="0" marL="246379" marR="22479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3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Classes with Meshed regions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71120" lvl="0" marL="220345" marR="14478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3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Most General Region Shapes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79850">
                <a:tc>
                  <a:txBody>
                    <a:bodyPr/>
                    <a:lstStyle/>
                    <a:p>
                      <a:pPr indent="0" lvl="0" marL="1212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3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Single-Layer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1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904" lvl="0" marL="450215" marR="4578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3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Half Plane Bounded By Hyperplane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28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29539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8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114300" rtl="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063DE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581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54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063DE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8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0160" marR="0" rtl="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58125" marB="0" marR="0" marL="0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2413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063DE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42545" rtl="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79850">
                <a:tc>
                  <a:txBody>
                    <a:bodyPr/>
                    <a:lstStyle/>
                    <a:p>
                      <a:pPr indent="0" lvl="0" marL="1955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3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Two-Layer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1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93700" marR="39814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3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Convex Open Or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508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3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Closed Regions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28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29539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8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114300" rtl="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063DE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581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54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063DE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8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0160" marR="0" rtl="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58125" marB="0" marR="0" marL="0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2413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063DE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42545" rtl="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72875">
                <a:tc>
                  <a:txBody>
                    <a:bodyPr/>
                    <a:lstStyle/>
                    <a:p>
                      <a:pPr indent="0" lvl="0" marL="1955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3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Three-Layer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1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88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Arbitrary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1904" lvl="0" marL="370840" marR="37338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(Complexity Limited by No. of Nodes)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29539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8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114300" rtl="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063DE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581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54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063DE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8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0160" marR="0" rtl="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58125" marB="0" marR="0" marL="0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2413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063DE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42545" rtl="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525" name="Google Shape;525;p29"/>
          <p:cNvGrpSpPr/>
          <p:nvPr/>
        </p:nvGrpSpPr>
        <p:grpSpPr>
          <a:xfrm>
            <a:off x="824970" y="2487672"/>
            <a:ext cx="666512" cy="568208"/>
            <a:chOff x="824970" y="2487672"/>
            <a:chExt cx="666512" cy="568208"/>
          </a:xfrm>
        </p:grpSpPr>
        <p:pic>
          <p:nvPicPr>
            <p:cNvPr id="526" name="Google Shape;526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46765" y="2487672"/>
              <a:ext cx="222351" cy="242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7" name="Google Shape;527;p29"/>
            <p:cNvSpPr/>
            <p:nvPr/>
          </p:nvSpPr>
          <p:spPr>
            <a:xfrm>
              <a:off x="824970" y="2730760"/>
              <a:ext cx="296545" cy="325120"/>
            </a:xfrm>
            <a:custGeom>
              <a:rect b="b" l="l" r="r" t="t"/>
              <a:pathLst>
                <a:path extrusionOk="0" h="325119" w="296544">
                  <a:moveTo>
                    <a:pt x="295973" y="0"/>
                  </a:moveTo>
                  <a:lnTo>
                    <a:pt x="0" y="324675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9"/>
            <p:cNvSpPr/>
            <p:nvPr/>
          </p:nvSpPr>
          <p:spPr>
            <a:xfrm>
              <a:off x="1194937" y="2730760"/>
              <a:ext cx="296545" cy="325120"/>
            </a:xfrm>
            <a:custGeom>
              <a:rect b="b" l="l" r="r" t="t"/>
              <a:pathLst>
                <a:path extrusionOk="0" h="325119" w="296544">
                  <a:moveTo>
                    <a:pt x="0" y="0"/>
                  </a:moveTo>
                  <a:lnTo>
                    <a:pt x="295973" y="324675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9" name="Google Shape;529;p29"/>
          <p:cNvGrpSpPr/>
          <p:nvPr/>
        </p:nvGrpSpPr>
        <p:grpSpPr>
          <a:xfrm>
            <a:off x="757138" y="3786375"/>
            <a:ext cx="802141" cy="892664"/>
            <a:chOff x="757138" y="3786375"/>
            <a:chExt cx="802141" cy="892664"/>
          </a:xfrm>
        </p:grpSpPr>
        <p:pic>
          <p:nvPicPr>
            <p:cNvPr id="530" name="Google Shape;530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46767" y="3786375"/>
              <a:ext cx="222351" cy="242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1" name="Google Shape;531;p29"/>
            <p:cNvSpPr/>
            <p:nvPr/>
          </p:nvSpPr>
          <p:spPr>
            <a:xfrm>
              <a:off x="898961" y="4029464"/>
              <a:ext cx="222250" cy="243840"/>
            </a:xfrm>
            <a:custGeom>
              <a:rect b="b" l="l" r="r" t="t"/>
              <a:pathLst>
                <a:path extrusionOk="0" h="243839" w="222250">
                  <a:moveTo>
                    <a:pt x="221983" y="0"/>
                  </a:moveTo>
                  <a:lnTo>
                    <a:pt x="0" y="243509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9"/>
            <p:cNvSpPr/>
            <p:nvPr/>
          </p:nvSpPr>
          <p:spPr>
            <a:xfrm>
              <a:off x="1194939" y="4029464"/>
              <a:ext cx="222250" cy="243840"/>
            </a:xfrm>
            <a:custGeom>
              <a:rect b="b" l="l" r="r" t="t"/>
              <a:pathLst>
                <a:path extrusionOk="0" h="243839" w="222250">
                  <a:moveTo>
                    <a:pt x="0" y="0"/>
                  </a:moveTo>
                  <a:lnTo>
                    <a:pt x="221983" y="243509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9"/>
            <p:cNvSpPr/>
            <p:nvPr/>
          </p:nvSpPr>
          <p:spPr>
            <a:xfrm>
              <a:off x="1349094" y="4279739"/>
              <a:ext cx="210185" cy="230504"/>
            </a:xfrm>
            <a:custGeom>
              <a:rect b="b" l="l" r="r" t="t"/>
              <a:pathLst>
                <a:path extrusionOk="0" h="230504" w="210184">
                  <a:moveTo>
                    <a:pt x="0" y="114985"/>
                  </a:moveTo>
                  <a:lnTo>
                    <a:pt x="8236" y="70224"/>
                  </a:lnTo>
                  <a:lnTo>
                    <a:pt x="30700" y="33675"/>
                  </a:lnTo>
                  <a:lnTo>
                    <a:pt x="64020" y="9035"/>
                  </a:lnTo>
                  <a:lnTo>
                    <a:pt x="104825" y="0"/>
                  </a:lnTo>
                  <a:lnTo>
                    <a:pt x="145631" y="9035"/>
                  </a:lnTo>
                  <a:lnTo>
                    <a:pt x="178950" y="33675"/>
                  </a:lnTo>
                  <a:lnTo>
                    <a:pt x="201414" y="70224"/>
                  </a:lnTo>
                  <a:lnTo>
                    <a:pt x="209651" y="114985"/>
                  </a:lnTo>
                  <a:lnTo>
                    <a:pt x="201414" y="159746"/>
                  </a:lnTo>
                  <a:lnTo>
                    <a:pt x="178950" y="196295"/>
                  </a:lnTo>
                  <a:lnTo>
                    <a:pt x="145631" y="220936"/>
                  </a:lnTo>
                  <a:lnTo>
                    <a:pt x="104825" y="229971"/>
                  </a:lnTo>
                  <a:lnTo>
                    <a:pt x="64020" y="220936"/>
                  </a:lnTo>
                  <a:lnTo>
                    <a:pt x="30700" y="196295"/>
                  </a:lnTo>
                  <a:lnTo>
                    <a:pt x="8236" y="159746"/>
                  </a:lnTo>
                  <a:lnTo>
                    <a:pt x="0" y="114985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9"/>
            <p:cNvSpPr/>
            <p:nvPr/>
          </p:nvSpPr>
          <p:spPr>
            <a:xfrm>
              <a:off x="757138" y="4279739"/>
              <a:ext cx="210185" cy="230504"/>
            </a:xfrm>
            <a:custGeom>
              <a:rect b="b" l="l" r="r" t="t"/>
              <a:pathLst>
                <a:path extrusionOk="0" h="230504" w="210184">
                  <a:moveTo>
                    <a:pt x="0" y="114985"/>
                  </a:moveTo>
                  <a:lnTo>
                    <a:pt x="8236" y="70224"/>
                  </a:lnTo>
                  <a:lnTo>
                    <a:pt x="30700" y="33675"/>
                  </a:lnTo>
                  <a:lnTo>
                    <a:pt x="64020" y="9035"/>
                  </a:lnTo>
                  <a:lnTo>
                    <a:pt x="104825" y="0"/>
                  </a:lnTo>
                  <a:lnTo>
                    <a:pt x="145631" y="9035"/>
                  </a:lnTo>
                  <a:lnTo>
                    <a:pt x="178950" y="33675"/>
                  </a:lnTo>
                  <a:lnTo>
                    <a:pt x="201414" y="70224"/>
                  </a:lnTo>
                  <a:lnTo>
                    <a:pt x="209651" y="114985"/>
                  </a:lnTo>
                  <a:lnTo>
                    <a:pt x="201414" y="159746"/>
                  </a:lnTo>
                  <a:lnTo>
                    <a:pt x="178950" y="196295"/>
                  </a:lnTo>
                  <a:lnTo>
                    <a:pt x="145631" y="220936"/>
                  </a:lnTo>
                  <a:lnTo>
                    <a:pt x="104825" y="229971"/>
                  </a:lnTo>
                  <a:lnTo>
                    <a:pt x="64020" y="220936"/>
                  </a:lnTo>
                  <a:lnTo>
                    <a:pt x="30700" y="196295"/>
                  </a:lnTo>
                  <a:lnTo>
                    <a:pt x="8236" y="159746"/>
                  </a:lnTo>
                  <a:lnTo>
                    <a:pt x="0" y="114985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9"/>
            <p:cNvSpPr/>
            <p:nvPr/>
          </p:nvSpPr>
          <p:spPr>
            <a:xfrm>
              <a:off x="861964" y="4516479"/>
              <a:ext cx="0" cy="162560"/>
            </a:xfrm>
            <a:custGeom>
              <a:rect b="b" l="l" r="r" t="t"/>
              <a:pathLst>
                <a:path extrusionOk="0" h="162560" w="120000">
                  <a:moveTo>
                    <a:pt x="0" y="0"/>
                  </a:moveTo>
                  <a:lnTo>
                    <a:pt x="0" y="162344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9"/>
            <p:cNvSpPr/>
            <p:nvPr/>
          </p:nvSpPr>
          <p:spPr>
            <a:xfrm>
              <a:off x="1453920" y="4516479"/>
              <a:ext cx="0" cy="162560"/>
            </a:xfrm>
            <a:custGeom>
              <a:rect b="b" l="l" r="r" t="t"/>
              <a:pathLst>
                <a:path extrusionOk="0" h="162560" w="120000">
                  <a:moveTo>
                    <a:pt x="0" y="0"/>
                  </a:moveTo>
                  <a:lnTo>
                    <a:pt x="0" y="162344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9"/>
            <p:cNvSpPr/>
            <p:nvPr/>
          </p:nvSpPr>
          <p:spPr>
            <a:xfrm>
              <a:off x="861964" y="4415020"/>
              <a:ext cx="485775" cy="259079"/>
            </a:xfrm>
            <a:custGeom>
              <a:rect b="b" l="l" r="r" t="t"/>
              <a:pathLst>
                <a:path extrusionOk="0" h="259079" w="485775">
                  <a:moveTo>
                    <a:pt x="0" y="258724"/>
                  </a:moveTo>
                  <a:lnTo>
                    <a:pt x="485584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29"/>
            <p:cNvSpPr/>
            <p:nvPr/>
          </p:nvSpPr>
          <p:spPr>
            <a:xfrm>
              <a:off x="962168" y="4415020"/>
              <a:ext cx="485775" cy="259079"/>
            </a:xfrm>
            <a:custGeom>
              <a:rect b="b" l="l" r="r" t="t"/>
              <a:pathLst>
                <a:path extrusionOk="0" h="259079" w="485775">
                  <a:moveTo>
                    <a:pt x="485584" y="25872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9" name="Google Shape;539;p29"/>
          <p:cNvGrpSpPr/>
          <p:nvPr/>
        </p:nvGrpSpPr>
        <p:grpSpPr>
          <a:xfrm>
            <a:off x="609150" y="5172592"/>
            <a:ext cx="1177932" cy="901555"/>
            <a:chOff x="609150" y="5172592"/>
            <a:chExt cx="1177932" cy="901555"/>
          </a:xfrm>
        </p:grpSpPr>
        <p:sp>
          <p:nvSpPr>
            <p:cNvPr id="540" name="Google Shape;540;p29"/>
            <p:cNvSpPr/>
            <p:nvPr/>
          </p:nvSpPr>
          <p:spPr>
            <a:xfrm>
              <a:off x="1127111" y="5172592"/>
              <a:ext cx="135890" cy="149225"/>
            </a:xfrm>
            <a:custGeom>
              <a:rect b="b" l="l" r="r" t="t"/>
              <a:pathLst>
                <a:path extrusionOk="0" h="149225" w="135890">
                  <a:moveTo>
                    <a:pt x="0" y="74409"/>
                  </a:moveTo>
                  <a:lnTo>
                    <a:pt x="5330" y="45444"/>
                  </a:lnTo>
                  <a:lnTo>
                    <a:pt x="19865" y="21793"/>
                  </a:lnTo>
                  <a:lnTo>
                    <a:pt x="41426" y="5847"/>
                  </a:lnTo>
                  <a:lnTo>
                    <a:pt x="67830" y="0"/>
                  </a:lnTo>
                  <a:lnTo>
                    <a:pt x="94229" y="5847"/>
                  </a:lnTo>
                  <a:lnTo>
                    <a:pt x="115790" y="21793"/>
                  </a:lnTo>
                  <a:lnTo>
                    <a:pt x="130329" y="45444"/>
                  </a:lnTo>
                  <a:lnTo>
                    <a:pt x="135661" y="74409"/>
                  </a:lnTo>
                  <a:lnTo>
                    <a:pt x="130329" y="103373"/>
                  </a:lnTo>
                  <a:lnTo>
                    <a:pt x="115790" y="127025"/>
                  </a:lnTo>
                  <a:lnTo>
                    <a:pt x="94229" y="142971"/>
                  </a:lnTo>
                  <a:lnTo>
                    <a:pt x="67830" y="148818"/>
                  </a:lnTo>
                  <a:lnTo>
                    <a:pt x="41426" y="142971"/>
                  </a:lnTo>
                  <a:lnTo>
                    <a:pt x="19865" y="127025"/>
                  </a:lnTo>
                  <a:lnTo>
                    <a:pt x="5330" y="103373"/>
                  </a:lnTo>
                  <a:lnTo>
                    <a:pt x="0" y="74409"/>
                  </a:lnTo>
                  <a:close/>
                </a:path>
              </a:pathLst>
            </a:custGeom>
            <a:noFill/>
            <a:ln cap="flat" cmpd="sng" w="12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29"/>
            <p:cNvSpPr/>
            <p:nvPr/>
          </p:nvSpPr>
          <p:spPr>
            <a:xfrm>
              <a:off x="794136" y="5416098"/>
              <a:ext cx="135890" cy="149225"/>
            </a:xfrm>
            <a:custGeom>
              <a:rect b="b" l="l" r="r" t="t"/>
              <a:pathLst>
                <a:path extrusionOk="0" h="149225" w="135890">
                  <a:moveTo>
                    <a:pt x="0" y="74409"/>
                  </a:moveTo>
                  <a:lnTo>
                    <a:pt x="5330" y="45444"/>
                  </a:lnTo>
                  <a:lnTo>
                    <a:pt x="19865" y="21793"/>
                  </a:lnTo>
                  <a:lnTo>
                    <a:pt x="41426" y="5847"/>
                  </a:lnTo>
                  <a:lnTo>
                    <a:pt x="67830" y="0"/>
                  </a:lnTo>
                  <a:lnTo>
                    <a:pt x="94229" y="5847"/>
                  </a:lnTo>
                  <a:lnTo>
                    <a:pt x="115790" y="21793"/>
                  </a:lnTo>
                  <a:lnTo>
                    <a:pt x="130329" y="45444"/>
                  </a:lnTo>
                  <a:lnTo>
                    <a:pt x="135661" y="74409"/>
                  </a:lnTo>
                  <a:lnTo>
                    <a:pt x="130329" y="103373"/>
                  </a:lnTo>
                  <a:lnTo>
                    <a:pt x="115790" y="127025"/>
                  </a:lnTo>
                  <a:lnTo>
                    <a:pt x="94229" y="142971"/>
                  </a:lnTo>
                  <a:lnTo>
                    <a:pt x="67830" y="148818"/>
                  </a:lnTo>
                  <a:lnTo>
                    <a:pt x="41426" y="142971"/>
                  </a:lnTo>
                  <a:lnTo>
                    <a:pt x="19865" y="127025"/>
                  </a:lnTo>
                  <a:lnTo>
                    <a:pt x="5330" y="103373"/>
                  </a:lnTo>
                  <a:lnTo>
                    <a:pt x="0" y="74409"/>
                  </a:lnTo>
                  <a:close/>
                </a:path>
              </a:pathLst>
            </a:custGeom>
            <a:noFill/>
            <a:ln cap="flat" cmpd="sng" w="12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29"/>
            <p:cNvSpPr/>
            <p:nvPr/>
          </p:nvSpPr>
          <p:spPr>
            <a:xfrm>
              <a:off x="609150" y="5740774"/>
              <a:ext cx="135890" cy="149225"/>
            </a:xfrm>
            <a:custGeom>
              <a:rect b="b" l="l" r="r" t="t"/>
              <a:pathLst>
                <a:path extrusionOk="0" h="149225" w="135890">
                  <a:moveTo>
                    <a:pt x="0" y="74409"/>
                  </a:moveTo>
                  <a:lnTo>
                    <a:pt x="5330" y="45444"/>
                  </a:lnTo>
                  <a:lnTo>
                    <a:pt x="19865" y="21793"/>
                  </a:lnTo>
                  <a:lnTo>
                    <a:pt x="41426" y="5847"/>
                  </a:lnTo>
                  <a:lnTo>
                    <a:pt x="67830" y="0"/>
                  </a:lnTo>
                  <a:lnTo>
                    <a:pt x="94229" y="5847"/>
                  </a:lnTo>
                  <a:lnTo>
                    <a:pt x="115790" y="21793"/>
                  </a:lnTo>
                  <a:lnTo>
                    <a:pt x="130329" y="45444"/>
                  </a:lnTo>
                  <a:lnTo>
                    <a:pt x="135661" y="74409"/>
                  </a:lnTo>
                  <a:lnTo>
                    <a:pt x="130329" y="103373"/>
                  </a:lnTo>
                  <a:lnTo>
                    <a:pt x="115790" y="127025"/>
                  </a:lnTo>
                  <a:lnTo>
                    <a:pt x="94229" y="142971"/>
                  </a:lnTo>
                  <a:lnTo>
                    <a:pt x="67830" y="148818"/>
                  </a:lnTo>
                  <a:lnTo>
                    <a:pt x="41426" y="142971"/>
                  </a:lnTo>
                  <a:lnTo>
                    <a:pt x="19865" y="127025"/>
                  </a:lnTo>
                  <a:lnTo>
                    <a:pt x="5330" y="103373"/>
                  </a:lnTo>
                  <a:lnTo>
                    <a:pt x="0" y="74409"/>
                  </a:lnTo>
                  <a:close/>
                </a:path>
              </a:pathLst>
            </a:custGeom>
            <a:noFill/>
            <a:ln cap="flat" cmpd="sng" w="12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29"/>
            <p:cNvSpPr/>
            <p:nvPr/>
          </p:nvSpPr>
          <p:spPr>
            <a:xfrm>
              <a:off x="979121" y="5740774"/>
              <a:ext cx="135890" cy="149225"/>
            </a:xfrm>
            <a:custGeom>
              <a:rect b="b" l="l" r="r" t="t"/>
              <a:pathLst>
                <a:path extrusionOk="0" h="149225" w="135890">
                  <a:moveTo>
                    <a:pt x="0" y="74409"/>
                  </a:moveTo>
                  <a:lnTo>
                    <a:pt x="5330" y="45444"/>
                  </a:lnTo>
                  <a:lnTo>
                    <a:pt x="19865" y="21793"/>
                  </a:lnTo>
                  <a:lnTo>
                    <a:pt x="41426" y="5847"/>
                  </a:lnTo>
                  <a:lnTo>
                    <a:pt x="67830" y="0"/>
                  </a:lnTo>
                  <a:lnTo>
                    <a:pt x="94229" y="5847"/>
                  </a:lnTo>
                  <a:lnTo>
                    <a:pt x="115790" y="21793"/>
                  </a:lnTo>
                  <a:lnTo>
                    <a:pt x="130329" y="45444"/>
                  </a:lnTo>
                  <a:lnTo>
                    <a:pt x="135661" y="74409"/>
                  </a:lnTo>
                  <a:lnTo>
                    <a:pt x="130329" y="103373"/>
                  </a:lnTo>
                  <a:lnTo>
                    <a:pt x="115790" y="127025"/>
                  </a:lnTo>
                  <a:lnTo>
                    <a:pt x="94229" y="142971"/>
                  </a:lnTo>
                  <a:lnTo>
                    <a:pt x="67830" y="148818"/>
                  </a:lnTo>
                  <a:lnTo>
                    <a:pt x="41426" y="142971"/>
                  </a:lnTo>
                  <a:lnTo>
                    <a:pt x="19865" y="127025"/>
                  </a:lnTo>
                  <a:lnTo>
                    <a:pt x="5330" y="103373"/>
                  </a:lnTo>
                  <a:lnTo>
                    <a:pt x="0" y="74409"/>
                  </a:lnTo>
                  <a:close/>
                </a:path>
              </a:pathLst>
            </a:custGeom>
            <a:noFill/>
            <a:ln cap="flat" cmpd="sng" w="12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29"/>
            <p:cNvSpPr/>
            <p:nvPr/>
          </p:nvSpPr>
          <p:spPr>
            <a:xfrm>
              <a:off x="1460085" y="5416098"/>
              <a:ext cx="135890" cy="149225"/>
            </a:xfrm>
            <a:custGeom>
              <a:rect b="b" l="l" r="r" t="t"/>
              <a:pathLst>
                <a:path extrusionOk="0" h="149225" w="135890">
                  <a:moveTo>
                    <a:pt x="0" y="74409"/>
                  </a:moveTo>
                  <a:lnTo>
                    <a:pt x="5330" y="45444"/>
                  </a:lnTo>
                  <a:lnTo>
                    <a:pt x="19865" y="21793"/>
                  </a:lnTo>
                  <a:lnTo>
                    <a:pt x="41426" y="5847"/>
                  </a:lnTo>
                  <a:lnTo>
                    <a:pt x="67830" y="0"/>
                  </a:lnTo>
                  <a:lnTo>
                    <a:pt x="94229" y="5847"/>
                  </a:lnTo>
                  <a:lnTo>
                    <a:pt x="115790" y="21793"/>
                  </a:lnTo>
                  <a:lnTo>
                    <a:pt x="130329" y="45444"/>
                  </a:lnTo>
                  <a:lnTo>
                    <a:pt x="135661" y="74409"/>
                  </a:lnTo>
                  <a:lnTo>
                    <a:pt x="130329" y="103373"/>
                  </a:lnTo>
                  <a:lnTo>
                    <a:pt x="115790" y="127025"/>
                  </a:lnTo>
                  <a:lnTo>
                    <a:pt x="94229" y="142971"/>
                  </a:lnTo>
                  <a:lnTo>
                    <a:pt x="67830" y="148818"/>
                  </a:lnTo>
                  <a:lnTo>
                    <a:pt x="41426" y="142971"/>
                  </a:lnTo>
                  <a:lnTo>
                    <a:pt x="19865" y="127025"/>
                  </a:lnTo>
                  <a:lnTo>
                    <a:pt x="5330" y="103373"/>
                  </a:lnTo>
                  <a:lnTo>
                    <a:pt x="0" y="74409"/>
                  </a:lnTo>
                  <a:close/>
                </a:path>
              </a:pathLst>
            </a:custGeom>
            <a:noFill/>
            <a:ln cap="flat" cmpd="sng" w="12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45" name="Google Shape;545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68750" y="5734424"/>
              <a:ext cx="148361" cy="1615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6" name="Google Shape;546;p2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38721" y="5734424"/>
              <a:ext cx="148361" cy="1615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29"/>
            <p:cNvSpPr/>
            <p:nvPr/>
          </p:nvSpPr>
          <p:spPr>
            <a:xfrm>
              <a:off x="917459" y="5292662"/>
              <a:ext cx="217804" cy="137160"/>
            </a:xfrm>
            <a:custGeom>
              <a:rect b="b" l="l" r="r" t="t"/>
              <a:pathLst>
                <a:path extrusionOk="0" h="137160" w="217805">
                  <a:moveTo>
                    <a:pt x="0" y="136969"/>
                  </a:moveTo>
                  <a:lnTo>
                    <a:pt x="21736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29"/>
            <p:cNvSpPr/>
            <p:nvPr/>
          </p:nvSpPr>
          <p:spPr>
            <a:xfrm>
              <a:off x="1248891" y="5297735"/>
              <a:ext cx="217804" cy="137160"/>
            </a:xfrm>
            <a:custGeom>
              <a:rect b="b" l="l" r="r" t="t"/>
              <a:pathLst>
                <a:path extrusionOk="0" h="137160" w="217805">
                  <a:moveTo>
                    <a:pt x="217360" y="136969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29"/>
            <p:cNvSpPr/>
            <p:nvPr/>
          </p:nvSpPr>
          <p:spPr>
            <a:xfrm>
              <a:off x="686226" y="5566610"/>
              <a:ext cx="171450" cy="172720"/>
            </a:xfrm>
            <a:custGeom>
              <a:rect b="b" l="l" r="r" t="t"/>
              <a:pathLst>
                <a:path extrusionOk="0" h="172720" w="171450">
                  <a:moveTo>
                    <a:pt x="0" y="172478"/>
                  </a:moveTo>
                  <a:lnTo>
                    <a:pt x="171107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29"/>
            <p:cNvSpPr/>
            <p:nvPr/>
          </p:nvSpPr>
          <p:spPr>
            <a:xfrm>
              <a:off x="880463" y="5561529"/>
              <a:ext cx="161925" cy="177800"/>
            </a:xfrm>
            <a:custGeom>
              <a:rect b="b" l="l" r="r" t="t"/>
              <a:pathLst>
                <a:path extrusionOk="0" h="177800" w="161925">
                  <a:moveTo>
                    <a:pt x="0" y="0"/>
                  </a:moveTo>
                  <a:lnTo>
                    <a:pt x="161861" y="177558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9"/>
            <p:cNvSpPr/>
            <p:nvPr/>
          </p:nvSpPr>
          <p:spPr>
            <a:xfrm>
              <a:off x="903587" y="5551384"/>
              <a:ext cx="439420" cy="187960"/>
            </a:xfrm>
            <a:custGeom>
              <a:rect b="b" l="l" r="r" t="t"/>
              <a:pathLst>
                <a:path extrusionOk="0" h="187960" w="439419">
                  <a:moveTo>
                    <a:pt x="0" y="0"/>
                  </a:moveTo>
                  <a:lnTo>
                    <a:pt x="439343" y="187706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29"/>
            <p:cNvSpPr/>
            <p:nvPr/>
          </p:nvSpPr>
          <p:spPr>
            <a:xfrm>
              <a:off x="922084" y="5546312"/>
              <a:ext cx="744855" cy="198120"/>
            </a:xfrm>
            <a:custGeom>
              <a:rect b="b" l="l" r="r" t="t"/>
              <a:pathLst>
                <a:path extrusionOk="0" h="198120" w="744855">
                  <a:moveTo>
                    <a:pt x="0" y="0"/>
                  </a:moveTo>
                  <a:lnTo>
                    <a:pt x="744562" y="197853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29"/>
            <p:cNvSpPr/>
            <p:nvPr/>
          </p:nvSpPr>
          <p:spPr>
            <a:xfrm>
              <a:off x="735563" y="5551383"/>
              <a:ext cx="744855" cy="198120"/>
            </a:xfrm>
            <a:custGeom>
              <a:rect b="b" l="l" r="r" t="t"/>
              <a:pathLst>
                <a:path extrusionOk="0" h="198120" w="744855">
                  <a:moveTo>
                    <a:pt x="744562" y="0"/>
                  </a:moveTo>
                  <a:lnTo>
                    <a:pt x="0" y="197853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29"/>
            <p:cNvSpPr/>
            <p:nvPr/>
          </p:nvSpPr>
          <p:spPr>
            <a:xfrm>
              <a:off x="1046947" y="5556458"/>
              <a:ext cx="447675" cy="182880"/>
            </a:xfrm>
            <a:custGeom>
              <a:rect b="b" l="l" r="r" t="t"/>
              <a:pathLst>
                <a:path extrusionOk="0" h="182879" w="447675">
                  <a:moveTo>
                    <a:pt x="447052" y="0"/>
                  </a:moveTo>
                  <a:lnTo>
                    <a:pt x="0" y="182626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29"/>
            <p:cNvSpPr/>
            <p:nvPr/>
          </p:nvSpPr>
          <p:spPr>
            <a:xfrm>
              <a:off x="1341387" y="5561529"/>
              <a:ext cx="161925" cy="177800"/>
            </a:xfrm>
            <a:custGeom>
              <a:rect b="b" l="l" r="r" t="t"/>
              <a:pathLst>
                <a:path extrusionOk="0" h="177800" w="161925">
                  <a:moveTo>
                    <a:pt x="161861" y="0"/>
                  </a:moveTo>
                  <a:lnTo>
                    <a:pt x="0" y="177558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9"/>
            <p:cNvSpPr/>
            <p:nvPr/>
          </p:nvSpPr>
          <p:spPr>
            <a:xfrm>
              <a:off x="1535626" y="5566610"/>
              <a:ext cx="171450" cy="172720"/>
            </a:xfrm>
            <a:custGeom>
              <a:rect b="b" l="l" r="r" t="t"/>
              <a:pathLst>
                <a:path extrusionOk="0" h="172720" w="171450">
                  <a:moveTo>
                    <a:pt x="171107" y="172478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29"/>
            <p:cNvSpPr/>
            <p:nvPr/>
          </p:nvSpPr>
          <p:spPr>
            <a:xfrm>
              <a:off x="690852" y="5901427"/>
              <a:ext cx="171450" cy="172720"/>
            </a:xfrm>
            <a:custGeom>
              <a:rect b="b" l="l" r="r" t="t"/>
              <a:pathLst>
                <a:path extrusionOk="0" h="172720" w="171450">
                  <a:moveTo>
                    <a:pt x="0" y="0"/>
                  </a:moveTo>
                  <a:lnTo>
                    <a:pt x="171107" y="172478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29"/>
            <p:cNvSpPr/>
            <p:nvPr/>
          </p:nvSpPr>
          <p:spPr>
            <a:xfrm>
              <a:off x="871212" y="5879442"/>
              <a:ext cx="161925" cy="177800"/>
            </a:xfrm>
            <a:custGeom>
              <a:rect b="b" l="l" r="r" t="t"/>
              <a:pathLst>
                <a:path extrusionOk="0" h="177800" w="161925">
                  <a:moveTo>
                    <a:pt x="0" y="177558"/>
                  </a:moveTo>
                  <a:lnTo>
                    <a:pt x="161861" y="0"/>
                  </a:lnTo>
                </a:path>
              </a:pathLst>
            </a:custGeom>
            <a:noFill/>
            <a:ln cap="flat" cmpd="sng" w="12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9"/>
            <p:cNvSpPr/>
            <p:nvPr/>
          </p:nvSpPr>
          <p:spPr>
            <a:xfrm>
              <a:off x="861964" y="5874366"/>
              <a:ext cx="439420" cy="187960"/>
            </a:xfrm>
            <a:custGeom>
              <a:rect b="b" l="l" r="r" t="t"/>
              <a:pathLst>
                <a:path extrusionOk="0" h="187960" w="439419">
                  <a:moveTo>
                    <a:pt x="0" y="187706"/>
                  </a:moveTo>
                  <a:lnTo>
                    <a:pt x="439343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9"/>
            <p:cNvSpPr/>
            <p:nvPr/>
          </p:nvSpPr>
          <p:spPr>
            <a:xfrm>
              <a:off x="852714" y="5860848"/>
              <a:ext cx="805180" cy="206375"/>
            </a:xfrm>
            <a:custGeom>
              <a:rect b="b" l="l" r="r" t="t"/>
              <a:pathLst>
                <a:path extrusionOk="0" h="206375" w="805180">
                  <a:moveTo>
                    <a:pt x="0" y="206298"/>
                  </a:moveTo>
                  <a:lnTo>
                    <a:pt x="804684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29"/>
            <p:cNvSpPr/>
            <p:nvPr/>
          </p:nvSpPr>
          <p:spPr>
            <a:xfrm>
              <a:off x="741726" y="5855768"/>
              <a:ext cx="775970" cy="211454"/>
            </a:xfrm>
            <a:custGeom>
              <a:rect b="b" l="l" r="r" t="t"/>
              <a:pathLst>
                <a:path extrusionOk="0" h="211454" w="775969">
                  <a:moveTo>
                    <a:pt x="775398" y="211378"/>
                  </a:moveTo>
                  <a:lnTo>
                    <a:pt x="0" y="0"/>
                  </a:lnTo>
                </a:path>
                <a:path extrusionOk="0" h="211454" w="775969">
                  <a:moveTo>
                    <a:pt x="775398" y="211378"/>
                  </a:moveTo>
                  <a:lnTo>
                    <a:pt x="336054" y="2367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29"/>
            <p:cNvSpPr/>
            <p:nvPr/>
          </p:nvSpPr>
          <p:spPr>
            <a:xfrm>
              <a:off x="1332139" y="5879438"/>
              <a:ext cx="186690" cy="174625"/>
            </a:xfrm>
            <a:custGeom>
              <a:rect b="b" l="l" r="r" t="t"/>
              <a:pathLst>
                <a:path extrusionOk="0" h="174625" w="186690">
                  <a:moveTo>
                    <a:pt x="186524" y="174180"/>
                  </a:moveTo>
                  <a:lnTo>
                    <a:pt x="0" y="0"/>
                  </a:lnTo>
                </a:path>
              </a:pathLst>
            </a:custGeom>
            <a:noFill/>
            <a:ln cap="flat" cmpd="sng" w="12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29"/>
            <p:cNvSpPr/>
            <p:nvPr/>
          </p:nvSpPr>
          <p:spPr>
            <a:xfrm>
              <a:off x="1523290" y="5886206"/>
              <a:ext cx="174625" cy="182880"/>
            </a:xfrm>
            <a:custGeom>
              <a:rect b="b" l="l" r="r" t="t"/>
              <a:pathLst>
                <a:path extrusionOk="0" h="182879" w="174625">
                  <a:moveTo>
                    <a:pt x="174193" y="0"/>
                  </a:moveTo>
                  <a:lnTo>
                    <a:pt x="0" y="182626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64" name="Google Shape;564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79185" y="2807271"/>
            <a:ext cx="88238" cy="175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5539" y="2156228"/>
            <a:ext cx="155879" cy="176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05189" y="3050769"/>
            <a:ext cx="86702" cy="175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31194" y="2399736"/>
            <a:ext cx="154343" cy="176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79185" y="4187145"/>
            <a:ext cx="88238" cy="175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2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85539" y="3536101"/>
            <a:ext cx="155879" cy="176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2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05189" y="4430642"/>
            <a:ext cx="86702" cy="175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2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331194" y="3779608"/>
            <a:ext cx="154343" cy="176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2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479185" y="5567018"/>
            <a:ext cx="88238" cy="175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2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485539" y="4915974"/>
            <a:ext cx="155879" cy="176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2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05189" y="5810515"/>
            <a:ext cx="86702" cy="175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2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331194" y="5159481"/>
            <a:ext cx="154343" cy="1767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6" name="Google Shape;576;p29"/>
          <p:cNvGrpSpPr/>
          <p:nvPr/>
        </p:nvGrpSpPr>
        <p:grpSpPr>
          <a:xfrm>
            <a:off x="7336473" y="2000241"/>
            <a:ext cx="1554480" cy="2760362"/>
            <a:chOff x="7336473" y="2000241"/>
            <a:chExt cx="1554480" cy="2760362"/>
          </a:xfrm>
        </p:grpSpPr>
        <p:sp>
          <p:nvSpPr>
            <p:cNvPr id="577" name="Google Shape;577;p29"/>
            <p:cNvSpPr/>
            <p:nvPr/>
          </p:nvSpPr>
          <p:spPr>
            <a:xfrm>
              <a:off x="7336473" y="2000241"/>
              <a:ext cx="1554480" cy="730885"/>
            </a:xfrm>
            <a:custGeom>
              <a:rect b="b" l="l" r="r" t="t"/>
              <a:pathLst>
                <a:path extrusionOk="0" h="730885" w="1554479">
                  <a:moveTo>
                    <a:pt x="1553883" y="0"/>
                  </a:moveTo>
                  <a:lnTo>
                    <a:pt x="0" y="0"/>
                  </a:lnTo>
                  <a:lnTo>
                    <a:pt x="0" y="324675"/>
                  </a:lnTo>
                  <a:lnTo>
                    <a:pt x="1553883" y="730516"/>
                  </a:lnTo>
                  <a:lnTo>
                    <a:pt x="1553883" y="0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29"/>
            <p:cNvSpPr/>
            <p:nvPr/>
          </p:nvSpPr>
          <p:spPr>
            <a:xfrm>
              <a:off x="7336473" y="2000241"/>
              <a:ext cx="1554480" cy="730885"/>
            </a:xfrm>
            <a:custGeom>
              <a:rect b="b" l="l" r="r" t="t"/>
              <a:pathLst>
                <a:path extrusionOk="0" h="730885" w="1554479">
                  <a:moveTo>
                    <a:pt x="0" y="324675"/>
                  </a:moveTo>
                  <a:lnTo>
                    <a:pt x="1553883" y="730516"/>
                  </a:lnTo>
                  <a:lnTo>
                    <a:pt x="1553883" y="0"/>
                  </a:lnTo>
                  <a:lnTo>
                    <a:pt x="0" y="0"/>
                  </a:lnTo>
                  <a:lnTo>
                    <a:pt x="0" y="324675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29"/>
            <p:cNvSpPr/>
            <p:nvPr/>
          </p:nvSpPr>
          <p:spPr>
            <a:xfrm>
              <a:off x="7780436" y="3380113"/>
              <a:ext cx="1109980" cy="1380490"/>
            </a:xfrm>
            <a:custGeom>
              <a:rect b="b" l="l" r="r" t="t"/>
              <a:pathLst>
                <a:path extrusionOk="0" h="1380489" w="1109979">
                  <a:moveTo>
                    <a:pt x="1109916" y="0"/>
                  </a:moveTo>
                  <a:lnTo>
                    <a:pt x="147993" y="0"/>
                  </a:lnTo>
                  <a:lnTo>
                    <a:pt x="0" y="568185"/>
                  </a:lnTo>
                  <a:lnTo>
                    <a:pt x="147993" y="1055192"/>
                  </a:lnTo>
                  <a:lnTo>
                    <a:pt x="887933" y="1379867"/>
                  </a:lnTo>
                  <a:lnTo>
                    <a:pt x="1109916" y="1379867"/>
                  </a:lnTo>
                  <a:lnTo>
                    <a:pt x="1109916" y="0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29"/>
            <p:cNvSpPr/>
            <p:nvPr/>
          </p:nvSpPr>
          <p:spPr>
            <a:xfrm>
              <a:off x="7780436" y="3380113"/>
              <a:ext cx="1109980" cy="1380490"/>
            </a:xfrm>
            <a:custGeom>
              <a:rect b="b" l="l" r="r" t="t"/>
              <a:pathLst>
                <a:path extrusionOk="0" h="1380489" w="1109979">
                  <a:moveTo>
                    <a:pt x="147993" y="0"/>
                  </a:moveTo>
                  <a:lnTo>
                    <a:pt x="0" y="568185"/>
                  </a:lnTo>
                  <a:lnTo>
                    <a:pt x="147993" y="1055192"/>
                  </a:lnTo>
                  <a:lnTo>
                    <a:pt x="887933" y="1379867"/>
                  </a:lnTo>
                  <a:lnTo>
                    <a:pt x="1109916" y="1379867"/>
                  </a:lnTo>
                  <a:lnTo>
                    <a:pt x="1109916" y="0"/>
                  </a:lnTo>
                  <a:lnTo>
                    <a:pt x="147993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1" name="Google Shape;581;p29"/>
          <p:cNvGrpSpPr/>
          <p:nvPr/>
        </p:nvGrpSpPr>
        <p:grpSpPr>
          <a:xfrm>
            <a:off x="7336473" y="4841156"/>
            <a:ext cx="444500" cy="568325"/>
            <a:chOff x="7336473" y="4841156"/>
            <a:chExt cx="444500" cy="568325"/>
          </a:xfrm>
        </p:grpSpPr>
        <p:sp>
          <p:nvSpPr>
            <p:cNvPr id="582" name="Google Shape;582;p29"/>
            <p:cNvSpPr/>
            <p:nvPr/>
          </p:nvSpPr>
          <p:spPr>
            <a:xfrm>
              <a:off x="7336473" y="4841156"/>
              <a:ext cx="444500" cy="568325"/>
            </a:xfrm>
            <a:custGeom>
              <a:rect b="b" l="l" r="r" t="t"/>
              <a:pathLst>
                <a:path extrusionOk="0" h="568325" w="444500">
                  <a:moveTo>
                    <a:pt x="369976" y="0"/>
                  </a:moveTo>
                  <a:lnTo>
                    <a:pt x="147993" y="81165"/>
                  </a:lnTo>
                  <a:lnTo>
                    <a:pt x="0" y="324675"/>
                  </a:lnTo>
                  <a:lnTo>
                    <a:pt x="147993" y="568185"/>
                  </a:lnTo>
                  <a:lnTo>
                    <a:pt x="443966" y="324675"/>
                  </a:lnTo>
                  <a:lnTo>
                    <a:pt x="369976" y="0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29"/>
            <p:cNvSpPr/>
            <p:nvPr/>
          </p:nvSpPr>
          <p:spPr>
            <a:xfrm>
              <a:off x="7336473" y="4841156"/>
              <a:ext cx="444500" cy="568325"/>
            </a:xfrm>
            <a:custGeom>
              <a:rect b="b" l="l" r="r" t="t"/>
              <a:pathLst>
                <a:path extrusionOk="0" h="568325" w="444500">
                  <a:moveTo>
                    <a:pt x="0" y="324675"/>
                  </a:moveTo>
                  <a:lnTo>
                    <a:pt x="147993" y="81165"/>
                  </a:lnTo>
                  <a:lnTo>
                    <a:pt x="369976" y="0"/>
                  </a:lnTo>
                  <a:lnTo>
                    <a:pt x="443966" y="324675"/>
                  </a:lnTo>
                  <a:lnTo>
                    <a:pt x="147993" y="568185"/>
                  </a:lnTo>
                  <a:lnTo>
                    <a:pt x="0" y="324675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4" name="Google Shape;584;p29"/>
          <p:cNvGrpSpPr/>
          <p:nvPr/>
        </p:nvGrpSpPr>
        <p:grpSpPr>
          <a:xfrm>
            <a:off x="8002423" y="5003495"/>
            <a:ext cx="888365" cy="1055370"/>
            <a:chOff x="8002423" y="5003495"/>
            <a:chExt cx="888365" cy="1055370"/>
          </a:xfrm>
        </p:grpSpPr>
        <p:sp>
          <p:nvSpPr>
            <p:cNvPr id="585" name="Google Shape;585;p29"/>
            <p:cNvSpPr/>
            <p:nvPr/>
          </p:nvSpPr>
          <p:spPr>
            <a:xfrm>
              <a:off x="8002423" y="5003495"/>
              <a:ext cx="888365" cy="1055370"/>
            </a:xfrm>
            <a:custGeom>
              <a:rect b="b" l="l" r="r" t="t"/>
              <a:pathLst>
                <a:path extrusionOk="0" h="1055370" w="888365">
                  <a:moveTo>
                    <a:pt x="665949" y="0"/>
                  </a:moveTo>
                  <a:lnTo>
                    <a:pt x="221983" y="162331"/>
                  </a:lnTo>
                  <a:lnTo>
                    <a:pt x="221983" y="487006"/>
                  </a:lnTo>
                  <a:lnTo>
                    <a:pt x="0" y="568185"/>
                  </a:lnTo>
                  <a:lnTo>
                    <a:pt x="0" y="974026"/>
                  </a:lnTo>
                  <a:lnTo>
                    <a:pt x="591959" y="1055192"/>
                  </a:lnTo>
                  <a:lnTo>
                    <a:pt x="887933" y="892860"/>
                  </a:lnTo>
                  <a:lnTo>
                    <a:pt x="887933" y="405841"/>
                  </a:lnTo>
                  <a:lnTo>
                    <a:pt x="665949" y="0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29"/>
            <p:cNvSpPr/>
            <p:nvPr/>
          </p:nvSpPr>
          <p:spPr>
            <a:xfrm>
              <a:off x="8002423" y="5003495"/>
              <a:ext cx="888365" cy="1055370"/>
            </a:xfrm>
            <a:custGeom>
              <a:rect b="b" l="l" r="r" t="t"/>
              <a:pathLst>
                <a:path extrusionOk="0" h="1055370" w="888365">
                  <a:moveTo>
                    <a:pt x="0" y="974026"/>
                  </a:moveTo>
                  <a:lnTo>
                    <a:pt x="0" y="568185"/>
                  </a:lnTo>
                  <a:lnTo>
                    <a:pt x="221983" y="487006"/>
                  </a:lnTo>
                  <a:lnTo>
                    <a:pt x="221983" y="162331"/>
                  </a:lnTo>
                  <a:lnTo>
                    <a:pt x="665949" y="0"/>
                  </a:lnTo>
                  <a:lnTo>
                    <a:pt x="887933" y="405841"/>
                  </a:lnTo>
                  <a:lnTo>
                    <a:pt x="887933" y="892860"/>
                  </a:lnTo>
                  <a:lnTo>
                    <a:pt x="591959" y="1055192"/>
                  </a:lnTo>
                  <a:lnTo>
                    <a:pt x="0" y="974026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29"/>
            <p:cNvSpPr/>
            <p:nvPr/>
          </p:nvSpPr>
          <p:spPr>
            <a:xfrm>
              <a:off x="8520384" y="5409342"/>
              <a:ext cx="296545" cy="487045"/>
            </a:xfrm>
            <a:custGeom>
              <a:rect b="b" l="l" r="r" t="t"/>
              <a:pathLst>
                <a:path extrusionOk="0" h="487045" w="296545">
                  <a:moveTo>
                    <a:pt x="147993" y="0"/>
                  </a:moveTo>
                  <a:lnTo>
                    <a:pt x="0" y="162331"/>
                  </a:lnTo>
                  <a:lnTo>
                    <a:pt x="0" y="405841"/>
                  </a:lnTo>
                  <a:lnTo>
                    <a:pt x="147993" y="487006"/>
                  </a:lnTo>
                  <a:lnTo>
                    <a:pt x="295973" y="324675"/>
                  </a:lnTo>
                  <a:lnTo>
                    <a:pt x="1479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29"/>
            <p:cNvSpPr/>
            <p:nvPr/>
          </p:nvSpPr>
          <p:spPr>
            <a:xfrm>
              <a:off x="8520385" y="5409342"/>
              <a:ext cx="296545" cy="487045"/>
            </a:xfrm>
            <a:custGeom>
              <a:rect b="b" l="l" r="r" t="t"/>
              <a:pathLst>
                <a:path extrusionOk="0" h="487045" w="296545">
                  <a:moveTo>
                    <a:pt x="0" y="405841"/>
                  </a:moveTo>
                  <a:lnTo>
                    <a:pt x="0" y="162331"/>
                  </a:lnTo>
                  <a:lnTo>
                    <a:pt x="147993" y="0"/>
                  </a:lnTo>
                  <a:lnTo>
                    <a:pt x="295973" y="324675"/>
                  </a:lnTo>
                  <a:lnTo>
                    <a:pt x="147993" y="487006"/>
                  </a:lnTo>
                  <a:lnTo>
                    <a:pt x="0" y="405841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9" name="Google Shape;589;p29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0" name="Google Shape;590;p29"/>
          <p:cNvSpPr txBox="1"/>
          <p:nvPr>
            <p:ph idx="11" type="ftr"/>
          </p:nvPr>
        </p:nvSpPr>
        <p:spPr>
          <a:xfrm>
            <a:off x="3051752" y="6560763"/>
            <a:ext cx="304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30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43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Artificial NN </a:t>
            </a:r>
            <a:r>
              <a:rPr i="1" lang="en-US">
                <a:solidFill>
                  <a:srgbClr val="272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vs. </a:t>
            </a:r>
            <a:r>
              <a:rPr lang="en-US"/>
              <a:t>Biological NN</a:t>
            </a:r>
            <a:endParaRPr/>
          </a:p>
        </p:txBody>
      </p:sp>
      <p:pic>
        <p:nvPicPr>
          <p:cNvPr id="596" name="Google Shape;59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191" y="1321133"/>
            <a:ext cx="7702208" cy="4709288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30"/>
          <p:cNvSpPr txBox="1"/>
          <p:nvPr/>
        </p:nvSpPr>
        <p:spPr>
          <a:xfrm>
            <a:off x="7089140" y="5934083"/>
            <a:ext cx="68897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30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9" name="Google Shape;599;p30"/>
          <p:cNvSpPr txBox="1"/>
          <p:nvPr>
            <p:ph idx="11" type="ftr"/>
          </p:nvPr>
        </p:nvSpPr>
        <p:spPr>
          <a:xfrm>
            <a:off x="3051752" y="6560763"/>
            <a:ext cx="304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31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43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Artificial NN </a:t>
            </a:r>
            <a:r>
              <a:rPr i="1" lang="en-US">
                <a:solidFill>
                  <a:srgbClr val="272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vs. </a:t>
            </a:r>
            <a:r>
              <a:rPr lang="en-US"/>
              <a:t>Biological NN</a:t>
            </a:r>
            <a:endParaRPr/>
          </a:p>
        </p:txBody>
      </p:sp>
      <p:pic>
        <p:nvPicPr>
          <p:cNvPr id="605" name="Google Shape;60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9095" y="1066800"/>
            <a:ext cx="6745811" cy="5059362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31"/>
          <p:cNvSpPr txBox="1"/>
          <p:nvPr/>
        </p:nvSpPr>
        <p:spPr>
          <a:xfrm>
            <a:off x="535940" y="4208779"/>
            <a:ext cx="8147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Neurons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1"/>
          <p:cNvSpPr txBox="1"/>
          <p:nvPr/>
        </p:nvSpPr>
        <p:spPr>
          <a:xfrm>
            <a:off x="6057607" y="6022856"/>
            <a:ext cx="19399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983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Biological NN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31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9" name="Google Shape;609;p31"/>
          <p:cNvSpPr txBox="1"/>
          <p:nvPr>
            <p:ph idx="11" type="ftr"/>
          </p:nvPr>
        </p:nvSpPr>
        <p:spPr>
          <a:xfrm>
            <a:off x="3636422" y="6551115"/>
            <a:ext cx="1870075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CS419/619: Computer Vision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32"/>
          <p:cNvSpPr txBox="1"/>
          <p:nvPr>
            <p:ph type="title"/>
          </p:nvPr>
        </p:nvSpPr>
        <p:spPr>
          <a:xfrm>
            <a:off x="1816766" y="149180"/>
            <a:ext cx="550735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7272A"/>
                </a:solidFill>
              </a:rPr>
              <a:t>The Structure of	Neurons</a:t>
            </a:r>
            <a:endParaRPr/>
          </a:p>
        </p:txBody>
      </p:sp>
      <p:grpSp>
        <p:nvGrpSpPr>
          <p:cNvPr id="615" name="Google Shape;615;p32"/>
          <p:cNvGrpSpPr/>
          <p:nvPr/>
        </p:nvGrpSpPr>
        <p:grpSpPr>
          <a:xfrm>
            <a:off x="366712" y="1185862"/>
            <a:ext cx="8486775" cy="4772025"/>
            <a:chOff x="366712" y="1185862"/>
            <a:chExt cx="8486775" cy="4772025"/>
          </a:xfrm>
        </p:grpSpPr>
        <p:pic>
          <p:nvPicPr>
            <p:cNvPr id="616" name="Google Shape;616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06006" y="1441669"/>
              <a:ext cx="8059324" cy="44439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32"/>
            <p:cNvSpPr/>
            <p:nvPr/>
          </p:nvSpPr>
          <p:spPr>
            <a:xfrm>
              <a:off x="366712" y="1185862"/>
              <a:ext cx="8486775" cy="4772025"/>
            </a:xfrm>
            <a:custGeom>
              <a:rect b="b" l="l" r="r" t="t"/>
              <a:pathLst>
                <a:path extrusionOk="0" h="4772025" w="8486775">
                  <a:moveTo>
                    <a:pt x="0" y="0"/>
                  </a:moveTo>
                  <a:lnTo>
                    <a:pt x="8486775" y="0"/>
                  </a:lnTo>
                  <a:lnTo>
                    <a:pt x="8486775" y="4772025"/>
                  </a:lnTo>
                  <a:lnTo>
                    <a:pt x="0" y="4772025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8575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32"/>
            <p:cNvSpPr/>
            <p:nvPr/>
          </p:nvSpPr>
          <p:spPr>
            <a:xfrm>
              <a:off x="619691" y="4222951"/>
              <a:ext cx="1488440" cy="0"/>
            </a:xfrm>
            <a:custGeom>
              <a:rect b="b" l="l" r="r" t="t"/>
              <a:pathLst>
                <a:path extrusionOk="0" h="120000" w="1488439">
                  <a:moveTo>
                    <a:pt x="0" y="0"/>
                  </a:moveTo>
                  <a:lnTo>
                    <a:pt x="1488198" y="0"/>
                  </a:ln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32"/>
            <p:cNvSpPr/>
            <p:nvPr/>
          </p:nvSpPr>
          <p:spPr>
            <a:xfrm>
              <a:off x="1993595" y="4156270"/>
              <a:ext cx="114300" cy="133350"/>
            </a:xfrm>
            <a:custGeom>
              <a:rect b="b" l="l" r="r" t="t"/>
              <a:pathLst>
                <a:path extrusionOk="0" h="133350" w="114300">
                  <a:moveTo>
                    <a:pt x="0" y="0"/>
                  </a:moveTo>
                  <a:lnTo>
                    <a:pt x="114300" y="66675"/>
                  </a:lnTo>
                  <a:lnTo>
                    <a:pt x="0" y="133350"/>
                  </a:ln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32"/>
            <p:cNvSpPr/>
            <p:nvPr/>
          </p:nvSpPr>
          <p:spPr>
            <a:xfrm>
              <a:off x="3891467" y="4048555"/>
              <a:ext cx="1508760" cy="107314"/>
            </a:xfrm>
            <a:custGeom>
              <a:rect b="b" l="l" r="r" t="t"/>
              <a:pathLst>
                <a:path extrusionOk="0" h="107314" w="1508760">
                  <a:moveTo>
                    <a:pt x="0" y="106794"/>
                  </a:moveTo>
                  <a:lnTo>
                    <a:pt x="1508760" y="0"/>
                  </a:ln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32"/>
            <p:cNvSpPr/>
            <p:nvPr/>
          </p:nvSpPr>
          <p:spPr>
            <a:xfrm>
              <a:off x="5281495" y="3990126"/>
              <a:ext cx="118745" cy="133350"/>
            </a:xfrm>
            <a:custGeom>
              <a:rect b="b" l="l" r="r" t="t"/>
              <a:pathLst>
                <a:path extrusionOk="0" h="133350" w="118745">
                  <a:moveTo>
                    <a:pt x="9423" y="133019"/>
                  </a:moveTo>
                  <a:lnTo>
                    <a:pt x="118732" y="58432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2" name="Google Shape;622;p32"/>
          <p:cNvSpPr txBox="1"/>
          <p:nvPr/>
        </p:nvSpPr>
        <p:spPr>
          <a:xfrm>
            <a:off x="6057607" y="6022856"/>
            <a:ext cx="19399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983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Biological NN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32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4" name="Google Shape;624;p32"/>
          <p:cNvSpPr txBox="1"/>
          <p:nvPr>
            <p:ph idx="11" type="ftr"/>
          </p:nvPr>
        </p:nvSpPr>
        <p:spPr>
          <a:xfrm>
            <a:off x="3636422" y="6551115"/>
            <a:ext cx="1870075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CS419/619: Computer Vision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3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72973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7272A"/>
                </a:solidFill>
              </a:rPr>
              <a:t>The Biological Inspiration</a:t>
            </a:r>
            <a:endParaRPr/>
          </a:p>
        </p:txBody>
      </p:sp>
      <p:sp>
        <p:nvSpPr>
          <p:cNvPr id="630" name="Google Shape;630;p33"/>
          <p:cNvSpPr txBox="1"/>
          <p:nvPr/>
        </p:nvSpPr>
        <p:spPr>
          <a:xfrm>
            <a:off x="497840" y="1003808"/>
            <a:ext cx="8316595" cy="4671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93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50"/>
              <a:buFont typeface="Times New Roman"/>
              <a:buChar char="•"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Ten billion (10</a:t>
            </a:r>
            <a:r>
              <a:rPr baseline="30000" lang="en-US" sz="27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) neurons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393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50"/>
              <a:buFont typeface="Times New Roman"/>
              <a:buChar char="•"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On average, </a:t>
            </a:r>
            <a:r>
              <a:rPr lang="en-US" sz="27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several thousand</a:t>
            </a:r>
            <a:r>
              <a:rPr lang="en-US" sz="27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connections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393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50"/>
              <a:buFont typeface="Times New Roman"/>
              <a:buChar char="•"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Hundreds of	operations per second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393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50"/>
              <a:buFont typeface="Times New Roman"/>
              <a:buChar char="•"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Compensates for problems by massive parallelism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None/>
            </a:pPr>
            <a:r>
              <a:t/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2700"/>
              <a:buFont typeface="Times New Roman"/>
              <a:buNone/>
            </a:pPr>
            <a:r>
              <a:t/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393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50"/>
              <a:buFont typeface="Times New Roman"/>
              <a:buChar char="•"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Behaviour of	an individual neuron is </a:t>
            </a:r>
            <a:r>
              <a:rPr lang="en-US" sz="2700">
                <a:solidFill>
                  <a:srgbClr val="CC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extremely complex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6385" lvl="1" marL="794385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Single “percepts” distributed among many neurons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94385" marR="288290" rtl="0" algn="l">
              <a:lnSpc>
                <a:spcPct val="95833"/>
              </a:lnSpc>
              <a:spcBef>
                <a:spcPts val="56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percept" generally refers to the input data or the features that the perceptron processes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93700" marR="280670" rtl="0" algn="l">
              <a:lnSpc>
                <a:spcPct val="80000"/>
              </a:lnSpc>
              <a:spcBef>
                <a:spcPts val="660"/>
              </a:spcBef>
              <a:spcAft>
                <a:spcPts val="0"/>
              </a:spcAft>
              <a:buSzPts val="2150"/>
              <a:buFont typeface="Times New Roman"/>
              <a:buChar char="•"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Localized parts of	the brain are responsible for certain well-defined functions (e.g. vision, motion).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31" name="Google Shape;63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9495" y="1119191"/>
            <a:ext cx="1578669" cy="1252533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33"/>
          <p:cNvSpPr txBox="1"/>
          <p:nvPr>
            <p:ph idx="11" type="ftr"/>
          </p:nvPr>
        </p:nvSpPr>
        <p:spPr>
          <a:xfrm>
            <a:off x="3636422" y="6551115"/>
            <a:ext cx="1870075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CS419/619: Computer Vision</a:t>
            </a:r>
            <a:endParaRPr/>
          </a:p>
        </p:txBody>
      </p:sp>
      <p:sp>
        <p:nvSpPr>
          <p:cNvPr id="633" name="Google Shape;633;p33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34"/>
          <p:cNvSpPr txBox="1"/>
          <p:nvPr>
            <p:ph type="title"/>
          </p:nvPr>
        </p:nvSpPr>
        <p:spPr>
          <a:xfrm>
            <a:off x="1816766" y="149180"/>
            <a:ext cx="550735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7272A"/>
                </a:solidFill>
              </a:rPr>
              <a:t>The Structure of	Neurons</a:t>
            </a:r>
            <a:endParaRPr/>
          </a:p>
        </p:txBody>
      </p:sp>
      <p:sp>
        <p:nvSpPr>
          <p:cNvPr id="639" name="Google Shape;639;p34"/>
          <p:cNvSpPr txBox="1"/>
          <p:nvPr/>
        </p:nvSpPr>
        <p:spPr>
          <a:xfrm>
            <a:off x="535940" y="967446"/>
            <a:ext cx="7474584" cy="2150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17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neuron has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 cell body,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 branching </a:t>
            </a:r>
            <a:r>
              <a:rPr b="1" lang="en-US" sz="2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nput structure (the dendr</a:t>
            </a:r>
            <a:r>
              <a:rPr b="1" lang="en-US" sz="2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te) and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 branching </a:t>
            </a:r>
            <a:r>
              <a:rPr b="1" lang="en-US" sz="2800">
                <a:solidFill>
                  <a:srgbClr val="00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utput structure (the ax</a:t>
            </a:r>
            <a:r>
              <a:rPr b="1" lang="en-US" sz="2800">
                <a:solidFill>
                  <a:srgbClr val="00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n)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40" name="Google Shape;640;p34"/>
          <p:cNvGrpSpPr/>
          <p:nvPr/>
        </p:nvGrpSpPr>
        <p:grpSpPr>
          <a:xfrm>
            <a:off x="2884932" y="4479035"/>
            <a:ext cx="1824227" cy="792479"/>
            <a:chOff x="2884932" y="4479035"/>
            <a:chExt cx="1824227" cy="792479"/>
          </a:xfrm>
        </p:grpSpPr>
        <p:pic>
          <p:nvPicPr>
            <p:cNvPr id="641" name="Google Shape;641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884932" y="4479035"/>
              <a:ext cx="1824227" cy="7924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2" name="Google Shape;642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098291" y="4968239"/>
              <a:ext cx="1397507" cy="685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3" name="Google Shape;643;p34"/>
          <p:cNvSpPr txBox="1"/>
          <p:nvPr/>
        </p:nvSpPr>
        <p:spPr>
          <a:xfrm>
            <a:off x="838200" y="3622281"/>
            <a:ext cx="7620000" cy="186436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1100">
            <a:spAutoFit/>
          </a:bodyPr>
          <a:lstStyle/>
          <a:p>
            <a:pPr indent="-286385" lvl="0" marL="8108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ahoma"/>
              <a:buChar char="•"/>
            </a:pPr>
            <a:r>
              <a:rPr lang="en-US" sz="2800">
                <a:latin typeface="Tahoma"/>
                <a:ea typeface="Tahoma"/>
                <a:cs typeface="Tahoma"/>
                <a:sym typeface="Tahoma"/>
              </a:rPr>
              <a:t>Axons connect to dendrites via synapses.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  <a:p>
            <a:pPr indent="-287020" lvl="0" marL="811530" marR="8890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SzPts val="2800"/>
              <a:buFont typeface="Tahoma"/>
              <a:buChar char="•"/>
            </a:pPr>
            <a:r>
              <a:rPr lang="en-US" sz="2800" u="sng">
                <a:latin typeface="Tahoma"/>
                <a:ea typeface="Tahoma"/>
                <a:cs typeface="Tahoma"/>
                <a:sym typeface="Tahoma"/>
              </a:rPr>
              <a:t>Electro-chemical signals</a:t>
            </a:r>
            <a:r>
              <a:rPr lang="en-US" sz="2800">
                <a:latin typeface="Tahoma"/>
                <a:ea typeface="Tahoma"/>
                <a:cs typeface="Tahoma"/>
                <a:sym typeface="Tahoma"/>
              </a:rPr>
              <a:t> are propagated from the </a:t>
            </a:r>
            <a:r>
              <a:rPr lang="en-US" sz="2800" u="sng">
                <a:latin typeface="Tahoma"/>
                <a:ea typeface="Tahoma"/>
                <a:cs typeface="Tahoma"/>
                <a:sym typeface="Tahoma"/>
              </a:rPr>
              <a:t>dendritic</a:t>
            </a:r>
            <a:r>
              <a:rPr lang="en-US" sz="2800">
                <a:latin typeface="Tahoma"/>
                <a:ea typeface="Tahoma"/>
                <a:cs typeface="Tahoma"/>
                <a:sym typeface="Tahoma"/>
              </a:rPr>
              <a:t> input, through the cell body, and down the axon to other neurons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44" name="Google Shape;644;p34"/>
          <p:cNvSpPr txBox="1"/>
          <p:nvPr>
            <p:ph idx="11" type="ftr"/>
          </p:nvPr>
        </p:nvSpPr>
        <p:spPr>
          <a:xfrm>
            <a:off x="3636422" y="6551115"/>
            <a:ext cx="1870075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CS419/619: Computer Vision</a:t>
            </a:r>
            <a:endParaRPr/>
          </a:p>
        </p:txBody>
      </p:sp>
      <p:sp>
        <p:nvSpPr>
          <p:cNvPr id="645" name="Google Shape;645;p34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35"/>
          <p:cNvSpPr txBox="1"/>
          <p:nvPr>
            <p:ph type="title"/>
          </p:nvPr>
        </p:nvSpPr>
        <p:spPr>
          <a:xfrm>
            <a:off x="1816766" y="149180"/>
            <a:ext cx="550735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7272A"/>
                </a:solidFill>
              </a:rPr>
              <a:t>The Structure of	Neurons</a:t>
            </a:r>
            <a:endParaRPr/>
          </a:p>
        </p:txBody>
      </p:sp>
      <p:sp>
        <p:nvSpPr>
          <p:cNvPr id="651" name="Google Shape;651;p35"/>
          <p:cNvSpPr txBox="1"/>
          <p:nvPr>
            <p:ph idx="11" type="ftr"/>
          </p:nvPr>
        </p:nvSpPr>
        <p:spPr>
          <a:xfrm>
            <a:off x="3636422" y="6551115"/>
            <a:ext cx="1870075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CS419/619: Computer Vision</a:t>
            </a:r>
            <a:endParaRPr/>
          </a:p>
        </p:txBody>
      </p:sp>
      <p:sp>
        <p:nvSpPr>
          <p:cNvPr id="652" name="Google Shape;652;p35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3" name="Google Shape;653;p35"/>
          <p:cNvSpPr txBox="1"/>
          <p:nvPr/>
        </p:nvSpPr>
        <p:spPr>
          <a:xfrm>
            <a:off x="535940" y="1032763"/>
            <a:ext cx="8330565" cy="467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342900" lvl="0" marL="35496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SzPts val="2250"/>
              <a:buFont typeface="Times New Roman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800" u="sng">
                <a:solidFill>
                  <a:srgbClr val="CC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neuron only fires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if	its input signal exceeds a certain amount (the </a:t>
            </a:r>
            <a:r>
              <a:rPr lang="en-US" sz="2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threshold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) in a short time period.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SzPts val="2800"/>
              <a:buFont typeface="Times New Roman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Font typeface="Times New Roman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Synapses vary in strength (</a:t>
            </a:r>
            <a:r>
              <a:rPr b="1" lang="en-US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connection weights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6385" lvl="1" marL="756285" rtl="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SzPts val="2400"/>
              <a:buFont typeface="Times New Roman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Good connections allowing a large signal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6385" lvl="1" marL="756285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SzPts val="2400"/>
              <a:buFont typeface="Times New Roman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Slight connections allow only a weak signal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54965" marR="146685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50"/>
              <a:buFont typeface="Noto Sans Symbols"/>
              <a:buChar char="▪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Synaptic weight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refers to the strength or amplitude of a connection between two nodes, corresponding in biology to the amount of	influence the firing of	one neuron has on another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6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3914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Perceptron Algorithm</a:t>
            </a:r>
            <a:endParaRPr sz="3600"/>
          </a:p>
        </p:txBody>
      </p:sp>
      <p:sp>
        <p:nvSpPr>
          <p:cNvPr id="659" name="Google Shape;659;p36"/>
          <p:cNvSpPr txBox="1"/>
          <p:nvPr>
            <p:ph idx="11" type="ftr"/>
          </p:nvPr>
        </p:nvSpPr>
        <p:spPr>
          <a:xfrm>
            <a:off x="3636422" y="6551115"/>
            <a:ext cx="1870075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CS419/619: Computer Vision</a:t>
            </a:r>
            <a:endParaRPr/>
          </a:p>
        </p:txBody>
      </p:sp>
      <p:sp>
        <p:nvSpPr>
          <p:cNvPr id="660" name="Google Shape;660;p36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1" name="Google Shape;661;p36"/>
          <p:cNvSpPr txBox="1"/>
          <p:nvPr/>
        </p:nvSpPr>
        <p:spPr>
          <a:xfrm>
            <a:off x="535940" y="1067816"/>
            <a:ext cx="8306434" cy="3688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50">
            <a:spAutoFit/>
          </a:bodyPr>
          <a:lstStyle/>
          <a:p>
            <a:pPr indent="-342900" lvl="0" marL="355600" marR="561340" rtl="0" algn="l">
              <a:lnSpc>
                <a:spcPct val="1004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50"/>
              <a:buFont typeface="Noto Sans Symbols"/>
              <a:buChar char="▪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Perceptron algorithm is an algorithm used to learn weights for perceptron </a:t>
            </a:r>
            <a:r>
              <a:rPr i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 binary classifier)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54965" marR="5080" rtl="0" algn="l">
              <a:lnSpc>
                <a:spcPct val="100000"/>
              </a:lnSpc>
              <a:spcBef>
                <a:spcPts val="2965"/>
              </a:spcBef>
              <a:spcAft>
                <a:spcPts val="0"/>
              </a:spcAft>
              <a:buClr>
                <a:srgbClr val="FF0000"/>
              </a:buClr>
              <a:buSzPts val="2250"/>
              <a:buFont typeface="Noto Sans Symbols"/>
              <a:buChar char="▪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So, it is an algorithm for </a:t>
            </a:r>
            <a:r>
              <a:rPr lang="en-US" sz="2800" u="sng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supervised learning</a:t>
            </a:r>
            <a:r>
              <a:rPr lang="en-US" sz="2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of	</a:t>
            </a:r>
            <a:r>
              <a:rPr lang="en-US" sz="2800" u="sng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binary</a:t>
            </a:r>
            <a:r>
              <a:rPr lang="en-US" sz="2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u="sng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classifiers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2690"/>
              </a:spcBef>
              <a:spcAft>
                <a:spcPts val="0"/>
              </a:spcAft>
              <a:buClr>
                <a:srgbClr val="FF0000"/>
              </a:buClr>
              <a:buSzPts val="2250"/>
              <a:buFont typeface="Noto Sans Symbols"/>
              <a:buChar char="▪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Binary classifiers: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756285" marR="80645" rtl="0" algn="l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functions that can decide whether an input, represented by a vector of	numbers, 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belongs to some specific class or not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2" name="Google Shape;662;p36"/>
          <p:cNvSpPr txBox="1"/>
          <p:nvPr/>
        </p:nvSpPr>
        <p:spPr>
          <a:xfrm>
            <a:off x="535940" y="4880864"/>
            <a:ext cx="156210" cy="367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▪</a:t>
            </a:r>
            <a:endParaRPr sz="22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63" name="Google Shape;663;p36"/>
          <p:cNvSpPr txBox="1"/>
          <p:nvPr/>
        </p:nvSpPr>
        <p:spPr>
          <a:xfrm>
            <a:off x="891539" y="4888991"/>
            <a:ext cx="4531360" cy="3937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Perceptron is a linear classifier: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4" name="Google Shape;664;p36"/>
          <p:cNvSpPr txBox="1"/>
          <p:nvPr/>
        </p:nvSpPr>
        <p:spPr>
          <a:xfrm>
            <a:off x="993139" y="5315203"/>
            <a:ext cx="7734934" cy="75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its predictions based on a </a:t>
            </a:r>
            <a:r>
              <a:rPr lang="en-US" sz="2400" u="sng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linear predictor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90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function</a:t>
            </a:r>
            <a:r>
              <a:rPr lang="en-US" sz="24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combining a set of	weights with the </a:t>
            </a:r>
            <a:r>
              <a:rPr lang="en-US" sz="2400" u="sng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feature vector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37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1995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Perceptron Learning algorithm</a:t>
            </a:r>
            <a:endParaRPr/>
          </a:p>
        </p:txBody>
      </p:sp>
      <p:grpSp>
        <p:nvGrpSpPr>
          <p:cNvPr id="670" name="Google Shape;670;p37"/>
          <p:cNvGrpSpPr/>
          <p:nvPr/>
        </p:nvGrpSpPr>
        <p:grpSpPr>
          <a:xfrm>
            <a:off x="457200" y="1066800"/>
            <a:ext cx="8229600" cy="4419600"/>
            <a:chOff x="457200" y="1066800"/>
            <a:chExt cx="8229600" cy="4419600"/>
          </a:xfrm>
        </p:grpSpPr>
        <p:sp>
          <p:nvSpPr>
            <p:cNvPr id="671" name="Google Shape;671;p37"/>
            <p:cNvSpPr/>
            <p:nvPr/>
          </p:nvSpPr>
          <p:spPr>
            <a:xfrm>
              <a:off x="457200" y="1066800"/>
              <a:ext cx="8229600" cy="4419600"/>
            </a:xfrm>
            <a:custGeom>
              <a:rect b="b" l="l" r="r" t="t"/>
              <a:pathLst>
                <a:path extrusionOk="0" h="4419600" w="8229600">
                  <a:moveTo>
                    <a:pt x="8229600" y="0"/>
                  </a:moveTo>
                  <a:lnTo>
                    <a:pt x="0" y="0"/>
                  </a:lnTo>
                  <a:lnTo>
                    <a:pt x="0" y="4419600"/>
                  </a:lnTo>
                  <a:lnTo>
                    <a:pt x="8229600" y="4419600"/>
                  </a:lnTo>
                  <a:lnTo>
                    <a:pt x="8229600" y="0"/>
                  </a:ln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37"/>
            <p:cNvSpPr/>
            <p:nvPr/>
          </p:nvSpPr>
          <p:spPr>
            <a:xfrm>
              <a:off x="457200" y="1066800"/>
              <a:ext cx="8229600" cy="4419600"/>
            </a:xfrm>
            <a:custGeom>
              <a:rect b="b" l="l" r="r" t="t"/>
              <a:pathLst>
                <a:path extrusionOk="0" h="441960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4419600"/>
                  </a:lnTo>
                  <a:lnTo>
                    <a:pt x="0" y="4419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3" name="Google Shape;673;p37"/>
          <p:cNvSpPr txBox="1"/>
          <p:nvPr/>
        </p:nvSpPr>
        <p:spPr>
          <a:xfrm>
            <a:off x="488156" y="881532"/>
            <a:ext cx="6958330" cy="401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8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latin typeface="Times New Roman"/>
                <a:ea typeface="Times New Roman"/>
                <a:cs typeface="Times New Roman"/>
                <a:sym typeface="Times New Roman"/>
              </a:rPr>
              <a:t>While epoch produces an error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95300" marR="30480" rtl="0" algn="l">
              <a:lnSpc>
                <a:spcPct val="120000"/>
              </a:lnSpc>
              <a:spcBef>
                <a:spcPts val="2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0080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Present network with next inputs from epoch Error = T – O</a:t>
            </a:r>
            <a:endParaRPr sz="24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9530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0080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Error &lt;&gt; 0 then</a:t>
            </a:r>
            <a:endParaRPr sz="24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723900" rtl="0" algn="l">
              <a:lnSpc>
                <a:spcPct val="100000"/>
              </a:lnSpc>
              <a:spcBef>
                <a:spcPts val="869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800080"/>
                </a:solidFill>
                <a:latin typeface="Comic Sans MS"/>
                <a:ea typeface="Comic Sans MS"/>
                <a:cs typeface="Comic Sans MS"/>
                <a:sym typeface="Comic Sans MS"/>
              </a:rPr>
              <a:t>W</a:t>
            </a:r>
            <a:r>
              <a:rPr baseline="-25000" lang="en-US" sz="3975">
                <a:solidFill>
                  <a:srgbClr val="800080"/>
                </a:solidFill>
                <a:latin typeface="Comic Sans MS"/>
                <a:ea typeface="Comic Sans MS"/>
                <a:cs typeface="Comic Sans MS"/>
                <a:sym typeface="Comic Sans MS"/>
              </a:rPr>
              <a:t>j	</a:t>
            </a:r>
            <a:r>
              <a:rPr lang="en-US" sz="4000">
                <a:solidFill>
                  <a:srgbClr val="800080"/>
                </a:solidFill>
                <a:latin typeface="Comic Sans MS"/>
                <a:ea typeface="Comic Sans MS"/>
                <a:cs typeface="Comic Sans MS"/>
                <a:sym typeface="Comic Sans MS"/>
              </a:rPr>
              <a:t>= W</a:t>
            </a:r>
            <a:r>
              <a:rPr baseline="-25000" lang="en-US" sz="3975">
                <a:solidFill>
                  <a:srgbClr val="800080"/>
                </a:solidFill>
                <a:latin typeface="Comic Sans MS"/>
                <a:ea typeface="Comic Sans MS"/>
                <a:cs typeface="Comic Sans MS"/>
                <a:sym typeface="Comic Sans MS"/>
              </a:rPr>
              <a:t>j	</a:t>
            </a:r>
            <a:r>
              <a:rPr lang="en-US" sz="4000">
                <a:solidFill>
                  <a:srgbClr val="800080"/>
                </a:solidFill>
                <a:latin typeface="Comic Sans MS"/>
                <a:ea typeface="Comic Sans MS"/>
                <a:cs typeface="Comic Sans MS"/>
                <a:sym typeface="Comic Sans MS"/>
              </a:rPr>
              <a:t>+ LR * I</a:t>
            </a:r>
            <a:r>
              <a:rPr baseline="-25000" lang="en-US" sz="3975">
                <a:solidFill>
                  <a:srgbClr val="800080"/>
                </a:solidFill>
                <a:latin typeface="Comic Sans MS"/>
                <a:ea typeface="Comic Sans MS"/>
                <a:cs typeface="Comic Sans MS"/>
                <a:sym typeface="Comic Sans MS"/>
              </a:rPr>
              <a:t>j	</a:t>
            </a:r>
            <a:r>
              <a:rPr lang="en-US" sz="4000">
                <a:solidFill>
                  <a:srgbClr val="800080"/>
                </a:solidFill>
                <a:latin typeface="Comic Sans MS"/>
                <a:ea typeface="Comic Sans MS"/>
                <a:cs typeface="Comic Sans MS"/>
                <a:sym typeface="Comic Sans MS"/>
              </a:rPr>
              <a:t>* Error</a:t>
            </a:r>
            <a:endParaRPr sz="40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95300" rtl="0" algn="l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0080"/>
                </a:solidFill>
                <a:latin typeface="Comic Sans MS"/>
                <a:ea typeface="Comic Sans MS"/>
                <a:cs typeface="Comic Sans MS"/>
                <a:sym typeface="Comic Sans MS"/>
              </a:rPr>
              <a:t>End If</a:t>
            </a:r>
            <a:endParaRPr sz="24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None/>
            </a:pPr>
            <a:r>
              <a:rPr b="1" lang="en-US" sz="4000">
                <a:latin typeface="Times New Roman"/>
                <a:ea typeface="Times New Roman"/>
                <a:cs typeface="Times New Roman"/>
                <a:sym typeface="Times New Roman"/>
              </a:rPr>
              <a:t>End While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4" name="Google Shape;674;p37"/>
          <p:cNvSpPr txBox="1"/>
          <p:nvPr>
            <p:ph idx="11" type="ftr"/>
          </p:nvPr>
        </p:nvSpPr>
        <p:spPr>
          <a:xfrm>
            <a:off x="3636422" y="6551115"/>
            <a:ext cx="1870075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CS419/619: Computer Vision</a:t>
            </a:r>
            <a:endParaRPr/>
          </a:p>
        </p:txBody>
      </p:sp>
      <p:sp>
        <p:nvSpPr>
          <p:cNvPr id="675" name="Google Shape;675;p37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6" name="Google Shape;676;p37"/>
          <p:cNvSpPr txBox="1"/>
          <p:nvPr/>
        </p:nvSpPr>
        <p:spPr>
          <a:xfrm>
            <a:off x="78739" y="6145074"/>
            <a:ext cx="54546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2060"/>
                </a:solidFill>
                <a:latin typeface="Tahoma"/>
                <a:ea typeface="Tahoma"/>
                <a:cs typeface="Tahoma"/>
                <a:sym typeface="Tahoma"/>
              </a:rPr>
              <a:t>Demo</a:t>
            </a:r>
            <a:r>
              <a:rPr b="1" lang="en-US" sz="1500"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lang="en-US" sz="1500" u="sng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https://www.cs.utexas.edu/~teammco/misc/perceptron/</a:t>
            </a:r>
            <a:endParaRPr sz="15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8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4066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Learning algorithm</a:t>
            </a:r>
            <a:endParaRPr/>
          </a:p>
        </p:txBody>
      </p:sp>
      <p:sp>
        <p:nvSpPr>
          <p:cNvPr id="682" name="Google Shape;682;p38"/>
          <p:cNvSpPr txBox="1"/>
          <p:nvPr>
            <p:ph idx="11" type="ftr"/>
          </p:nvPr>
        </p:nvSpPr>
        <p:spPr>
          <a:xfrm>
            <a:off x="3636422" y="6551115"/>
            <a:ext cx="1870075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CS419/619: Computer Vision</a:t>
            </a:r>
            <a:endParaRPr/>
          </a:p>
        </p:txBody>
      </p:sp>
      <p:sp>
        <p:nvSpPr>
          <p:cNvPr id="683" name="Google Shape;683;p38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4" name="Google Shape;684;p38"/>
          <p:cNvSpPr txBox="1"/>
          <p:nvPr/>
        </p:nvSpPr>
        <p:spPr>
          <a:xfrm>
            <a:off x="535940" y="1072388"/>
            <a:ext cx="8047990" cy="423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5403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latin typeface="Times New Roman"/>
                <a:ea typeface="Times New Roman"/>
                <a:cs typeface="Times New Roman"/>
                <a:sym typeface="Times New Roman"/>
              </a:rPr>
              <a:t>Epoch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Presentation of	the entire training set to the neural network.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55600" marR="86360" rtl="0" algn="l">
              <a:lnSpc>
                <a:spcPct val="994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In the case of	the AND function an epoch consists of	four sets of	inputs being presented to the network (i.e. [0,0], [0,1], [1,0], [1,1])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55600" marR="139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latin typeface="Times New Roman"/>
                <a:ea typeface="Times New Roman"/>
                <a:cs typeface="Times New Roman"/>
                <a:sym typeface="Times New Roman"/>
              </a:rPr>
              <a:t>Error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: The error value is the amount by which the value output by the network differs from the target value.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55600" marR="5080" rtl="0" algn="l">
              <a:lnSpc>
                <a:spcPct val="118333"/>
              </a:lnSpc>
              <a:spcBef>
                <a:spcPts val="1605"/>
              </a:spcBef>
              <a:spcAft>
                <a:spcPts val="0"/>
              </a:spcAft>
              <a:buNone/>
            </a:pPr>
            <a:r>
              <a:rPr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For example, if	we required the network to output 0 and it output a 1, then Error = -1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9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4066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Learning algorithm</a:t>
            </a:r>
            <a:endParaRPr/>
          </a:p>
        </p:txBody>
      </p:sp>
      <p:sp>
        <p:nvSpPr>
          <p:cNvPr id="690" name="Google Shape;690;p39"/>
          <p:cNvSpPr txBox="1"/>
          <p:nvPr>
            <p:ph idx="11" type="ftr"/>
          </p:nvPr>
        </p:nvSpPr>
        <p:spPr>
          <a:xfrm>
            <a:off x="3636422" y="6551115"/>
            <a:ext cx="1870075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CS419/619: Computer Vision</a:t>
            </a:r>
            <a:endParaRPr/>
          </a:p>
        </p:txBody>
      </p:sp>
      <p:sp>
        <p:nvSpPr>
          <p:cNvPr id="691" name="Google Shape;691;p39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2" name="Google Shape;692;p39"/>
          <p:cNvSpPr txBox="1"/>
          <p:nvPr/>
        </p:nvSpPr>
        <p:spPr>
          <a:xfrm>
            <a:off x="434340" y="1224788"/>
            <a:ext cx="8148320" cy="47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148080" lvl="0" marL="1185545" marR="151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latin typeface="Times New Roman"/>
                <a:ea typeface="Times New Roman"/>
                <a:cs typeface="Times New Roman"/>
                <a:sym typeface="Times New Roman"/>
              </a:rPr>
              <a:t>Target Value, T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: When we are training a network we not only present it with the input but also with a value that we require the network to produce.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185545" marR="19812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For example, if	we present the network 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[1,1]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for the AND function the target value will be 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 u="sng">
                <a:latin typeface="Times New Roman"/>
                <a:ea typeface="Times New Roman"/>
                <a:cs typeface="Times New Roman"/>
                <a:sym typeface="Times New Roman"/>
              </a:rPr>
              <a:t>Output , O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: The output value from the neuron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None/>
            </a:pPr>
            <a:r>
              <a:rPr b="1" lang="en-US" sz="2400" u="sng">
                <a:latin typeface="Times New Roman"/>
                <a:ea typeface="Times New Roman"/>
                <a:cs typeface="Times New Roman"/>
                <a:sym typeface="Times New Roman"/>
              </a:rPr>
              <a:t>Ij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: Inputs being presented to the neuron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None/>
            </a:pPr>
            <a:r>
              <a:rPr b="1" lang="en-US" sz="2400" u="sng">
                <a:latin typeface="Times New Roman"/>
                <a:ea typeface="Times New Roman"/>
                <a:cs typeface="Times New Roman"/>
                <a:sym typeface="Times New Roman"/>
              </a:rPr>
              <a:t>Wj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: Weight from input neuron (I</a:t>
            </a:r>
            <a:r>
              <a:rPr b="1"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 to the output neuron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8080" lvl="0" marL="1185545" marR="30480" rtl="0" algn="l">
              <a:lnSpc>
                <a:spcPct val="107916"/>
              </a:lnSpc>
              <a:spcBef>
                <a:spcPts val="1485"/>
              </a:spcBef>
              <a:spcAft>
                <a:spcPts val="0"/>
              </a:spcAft>
              <a:buNone/>
            </a:pPr>
            <a:r>
              <a:rPr b="1" lang="en-US" sz="2400" u="sng">
                <a:latin typeface="Times New Roman"/>
                <a:ea typeface="Times New Roman"/>
                <a:cs typeface="Times New Roman"/>
                <a:sym typeface="Times New Roman"/>
              </a:rPr>
              <a:t>LR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: The learning rate. This dictates how quickly the network converges. It is set by a matter of	experimentation. It is typically 0.1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40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3152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Training Perceptron</a:t>
            </a:r>
            <a:endParaRPr/>
          </a:p>
        </p:txBody>
      </p:sp>
      <p:grpSp>
        <p:nvGrpSpPr>
          <p:cNvPr id="698" name="Google Shape;698;p40"/>
          <p:cNvGrpSpPr/>
          <p:nvPr/>
        </p:nvGrpSpPr>
        <p:grpSpPr>
          <a:xfrm>
            <a:off x="5308600" y="3324669"/>
            <a:ext cx="2827020" cy="735965"/>
            <a:chOff x="5308600" y="3324669"/>
            <a:chExt cx="2827020" cy="735965"/>
          </a:xfrm>
        </p:grpSpPr>
        <p:sp>
          <p:nvSpPr>
            <p:cNvPr id="699" name="Google Shape;699;p40"/>
            <p:cNvSpPr/>
            <p:nvPr/>
          </p:nvSpPr>
          <p:spPr>
            <a:xfrm>
              <a:off x="5308600" y="3324669"/>
              <a:ext cx="2827020" cy="735965"/>
            </a:xfrm>
            <a:custGeom>
              <a:rect b="b" l="l" r="r" t="t"/>
              <a:pathLst>
                <a:path extrusionOk="0" h="735964" w="2827020">
                  <a:moveTo>
                    <a:pt x="2826550" y="0"/>
                  </a:moveTo>
                  <a:lnTo>
                    <a:pt x="0" y="0"/>
                  </a:lnTo>
                  <a:lnTo>
                    <a:pt x="0" y="735812"/>
                  </a:lnTo>
                  <a:lnTo>
                    <a:pt x="2826550" y="735812"/>
                  </a:lnTo>
                  <a:lnTo>
                    <a:pt x="2826550" y="0"/>
                  </a:ln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40"/>
            <p:cNvSpPr/>
            <p:nvPr/>
          </p:nvSpPr>
          <p:spPr>
            <a:xfrm>
              <a:off x="5308600" y="3324669"/>
              <a:ext cx="2827020" cy="735965"/>
            </a:xfrm>
            <a:custGeom>
              <a:rect b="b" l="l" r="r" t="t"/>
              <a:pathLst>
                <a:path extrusionOk="0" h="735964" w="2827020">
                  <a:moveTo>
                    <a:pt x="0" y="0"/>
                  </a:moveTo>
                  <a:lnTo>
                    <a:pt x="2826550" y="0"/>
                  </a:lnTo>
                  <a:lnTo>
                    <a:pt x="2826550" y="735812"/>
                  </a:lnTo>
                  <a:lnTo>
                    <a:pt x="0" y="735812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1" name="Google Shape;701;p40"/>
          <p:cNvSpPr txBox="1"/>
          <p:nvPr/>
        </p:nvSpPr>
        <p:spPr>
          <a:xfrm>
            <a:off x="6433313" y="3270817"/>
            <a:ext cx="1400810" cy="436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1 if </a:t>
            </a:r>
            <a:r>
              <a:rPr lang="en-US" sz="2700"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aseline="-25000" lang="en-US" sz="1800">
                <a:latin typeface="Tahoma"/>
                <a:ea typeface="Tahoma"/>
                <a:cs typeface="Tahoma"/>
                <a:sym typeface="Tahoma"/>
              </a:rPr>
              <a:t>i</a:t>
            </a: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aseline="-25000" lang="en-US" sz="1800">
                <a:latin typeface="Tahoma"/>
                <a:ea typeface="Tahoma"/>
                <a:cs typeface="Tahoma"/>
                <a:sym typeface="Tahoma"/>
              </a:rPr>
              <a:t>i </a:t>
            </a: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&gt;t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02" name="Google Shape;702;p40"/>
          <p:cNvSpPr txBox="1"/>
          <p:nvPr/>
        </p:nvSpPr>
        <p:spPr>
          <a:xfrm>
            <a:off x="5387341" y="3561825"/>
            <a:ext cx="8375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output=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03" name="Google Shape;703;p40"/>
          <p:cNvSpPr txBox="1"/>
          <p:nvPr/>
        </p:nvSpPr>
        <p:spPr>
          <a:xfrm>
            <a:off x="6387008" y="3718873"/>
            <a:ext cx="11963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0 otherwise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04" name="Google Shape;704;p40"/>
          <p:cNvSpPr txBox="1"/>
          <p:nvPr/>
        </p:nvSpPr>
        <p:spPr>
          <a:xfrm>
            <a:off x="6187441" y="3383212"/>
            <a:ext cx="23241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Tahoma"/>
                <a:ea typeface="Tahoma"/>
                <a:cs typeface="Tahoma"/>
                <a:sym typeface="Tahoma"/>
              </a:rPr>
              <a:t>{</a:t>
            </a:r>
            <a:endParaRPr sz="3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05" name="Google Shape;705;p40"/>
          <p:cNvSpPr txBox="1"/>
          <p:nvPr/>
        </p:nvSpPr>
        <p:spPr>
          <a:xfrm>
            <a:off x="6530340" y="3601859"/>
            <a:ext cx="25527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i=0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06" name="Google Shape;706;p40"/>
          <p:cNvSpPr/>
          <p:nvPr/>
        </p:nvSpPr>
        <p:spPr>
          <a:xfrm>
            <a:off x="3405187" y="3249961"/>
            <a:ext cx="1228725" cy="433705"/>
          </a:xfrm>
          <a:custGeom>
            <a:rect b="b" l="l" r="r" t="t"/>
            <a:pathLst>
              <a:path extrusionOk="0" h="433704" w="1228725">
                <a:moveTo>
                  <a:pt x="0" y="216662"/>
                </a:moveTo>
                <a:lnTo>
                  <a:pt x="14169" y="170182"/>
                </a:lnTo>
                <a:lnTo>
                  <a:pt x="54681" y="127177"/>
                </a:lnTo>
                <a:lnTo>
                  <a:pt x="118535" y="88704"/>
                </a:lnTo>
                <a:lnTo>
                  <a:pt x="158279" y="71497"/>
                </a:lnTo>
                <a:lnTo>
                  <a:pt x="202734" y="55819"/>
                </a:lnTo>
                <a:lnTo>
                  <a:pt x="251526" y="41803"/>
                </a:lnTo>
                <a:lnTo>
                  <a:pt x="304280" y="29580"/>
                </a:lnTo>
                <a:lnTo>
                  <a:pt x="360621" y="19284"/>
                </a:lnTo>
                <a:lnTo>
                  <a:pt x="420175" y="11045"/>
                </a:lnTo>
                <a:lnTo>
                  <a:pt x="482566" y="4997"/>
                </a:lnTo>
                <a:lnTo>
                  <a:pt x="547420" y="1271"/>
                </a:lnTo>
                <a:lnTo>
                  <a:pt x="614362" y="0"/>
                </a:lnTo>
                <a:lnTo>
                  <a:pt x="681304" y="1271"/>
                </a:lnTo>
                <a:lnTo>
                  <a:pt x="746158" y="4997"/>
                </a:lnTo>
                <a:lnTo>
                  <a:pt x="808549" y="11045"/>
                </a:lnTo>
                <a:lnTo>
                  <a:pt x="868103" y="19284"/>
                </a:lnTo>
                <a:lnTo>
                  <a:pt x="924444" y="29580"/>
                </a:lnTo>
                <a:lnTo>
                  <a:pt x="977198" y="41803"/>
                </a:lnTo>
                <a:lnTo>
                  <a:pt x="1025990" y="55819"/>
                </a:lnTo>
                <a:lnTo>
                  <a:pt x="1070445" y="71497"/>
                </a:lnTo>
                <a:lnTo>
                  <a:pt x="1110189" y="88704"/>
                </a:lnTo>
                <a:lnTo>
                  <a:pt x="1144847" y="107308"/>
                </a:lnTo>
                <a:lnTo>
                  <a:pt x="1197404" y="148179"/>
                </a:lnTo>
                <a:lnTo>
                  <a:pt x="1225120" y="193054"/>
                </a:lnTo>
                <a:lnTo>
                  <a:pt x="1228725" y="216662"/>
                </a:lnTo>
                <a:lnTo>
                  <a:pt x="1225120" y="240269"/>
                </a:lnTo>
                <a:lnTo>
                  <a:pt x="1197404" y="285144"/>
                </a:lnTo>
                <a:lnTo>
                  <a:pt x="1144847" y="326015"/>
                </a:lnTo>
                <a:lnTo>
                  <a:pt x="1110189" y="344619"/>
                </a:lnTo>
                <a:lnTo>
                  <a:pt x="1070445" y="361826"/>
                </a:lnTo>
                <a:lnTo>
                  <a:pt x="1025990" y="377504"/>
                </a:lnTo>
                <a:lnTo>
                  <a:pt x="977198" y="391520"/>
                </a:lnTo>
                <a:lnTo>
                  <a:pt x="924444" y="403743"/>
                </a:lnTo>
                <a:lnTo>
                  <a:pt x="868103" y="414039"/>
                </a:lnTo>
                <a:lnTo>
                  <a:pt x="808549" y="422278"/>
                </a:lnTo>
                <a:lnTo>
                  <a:pt x="746158" y="428326"/>
                </a:lnTo>
                <a:lnTo>
                  <a:pt x="681304" y="432052"/>
                </a:lnTo>
                <a:lnTo>
                  <a:pt x="614362" y="433324"/>
                </a:lnTo>
                <a:lnTo>
                  <a:pt x="547420" y="432052"/>
                </a:lnTo>
                <a:lnTo>
                  <a:pt x="482566" y="428326"/>
                </a:lnTo>
                <a:lnTo>
                  <a:pt x="420175" y="422278"/>
                </a:lnTo>
                <a:lnTo>
                  <a:pt x="360621" y="414039"/>
                </a:lnTo>
                <a:lnTo>
                  <a:pt x="304280" y="403743"/>
                </a:lnTo>
                <a:lnTo>
                  <a:pt x="251526" y="391520"/>
                </a:lnTo>
                <a:lnTo>
                  <a:pt x="202734" y="377504"/>
                </a:lnTo>
                <a:lnTo>
                  <a:pt x="158279" y="361826"/>
                </a:lnTo>
                <a:lnTo>
                  <a:pt x="118535" y="344619"/>
                </a:lnTo>
                <a:lnTo>
                  <a:pt x="83877" y="326015"/>
                </a:lnTo>
                <a:lnTo>
                  <a:pt x="31320" y="285144"/>
                </a:lnTo>
                <a:lnTo>
                  <a:pt x="3604" y="240269"/>
                </a:lnTo>
                <a:lnTo>
                  <a:pt x="0" y="216662"/>
                </a:lnTo>
                <a:close/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40"/>
          <p:cNvSpPr txBox="1"/>
          <p:nvPr/>
        </p:nvSpPr>
        <p:spPr>
          <a:xfrm>
            <a:off x="3713487" y="3412802"/>
            <a:ext cx="610235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D60093"/>
                </a:solidFill>
                <a:latin typeface="Tahoma"/>
                <a:ea typeface="Tahoma"/>
                <a:cs typeface="Tahoma"/>
                <a:sym typeface="Tahoma"/>
              </a:rPr>
              <a:t>t = 0.0</a:t>
            </a:r>
            <a:endParaRPr sz="135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708" name="Google Shape;708;p40"/>
          <p:cNvGrpSpPr/>
          <p:nvPr/>
        </p:nvGrpSpPr>
        <p:grpSpPr>
          <a:xfrm>
            <a:off x="1428750" y="2476497"/>
            <a:ext cx="2217008" cy="1886336"/>
            <a:chOff x="1428750" y="2476497"/>
            <a:chExt cx="2217008" cy="1886336"/>
          </a:xfrm>
        </p:grpSpPr>
        <p:sp>
          <p:nvSpPr>
            <p:cNvPr id="709" name="Google Shape;709;p40"/>
            <p:cNvSpPr/>
            <p:nvPr/>
          </p:nvSpPr>
          <p:spPr>
            <a:xfrm>
              <a:off x="1482328" y="3929128"/>
              <a:ext cx="1228725" cy="433705"/>
            </a:xfrm>
            <a:custGeom>
              <a:rect b="b" l="l" r="r" t="t"/>
              <a:pathLst>
                <a:path extrusionOk="0" h="433704" w="1228725">
                  <a:moveTo>
                    <a:pt x="0" y="216662"/>
                  </a:moveTo>
                  <a:lnTo>
                    <a:pt x="14169" y="170182"/>
                  </a:lnTo>
                  <a:lnTo>
                    <a:pt x="54681" y="127177"/>
                  </a:lnTo>
                  <a:lnTo>
                    <a:pt x="118535" y="88704"/>
                  </a:lnTo>
                  <a:lnTo>
                    <a:pt x="158279" y="71497"/>
                  </a:lnTo>
                  <a:lnTo>
                    <a:pt x="202734" y="55819"/>
                  </a:lnTo>
                  <a:lnTo>
                    <a:pt x="251526" y="41803"/>
                  </a:lnTo>
                  <a:lnTo>
                    <a:pt x="304280" y="29580"/>
                  </a:lnTo>
                  <a:lnTo>
                    <a:pt x="360621" y="19284"/>
                  </a:lnTo>
                  <a:lnTo>
                    <a:pt x="420175" y="11045"/>
                  </a:lnTo>
                  <a:lnTo>
                    <a:pt x="482566" y="4997"/>
                  </a:lnTo>
                  <a:lnTo>
                    <a:pt x="547420" y="1271"/>
                  </a:lnTo>
                  <a:lnTo>
                    <a:pt x="614362" y="0"/>
                  </a:lnTo>
                  <a:lnTo>
                    <a:pt x="681304" y="1271"/>
                  </a:lnTo>
                  <a:lnTo>
                    <a:pt x="746158" y="4997"/>
                  </a:lnTo>
                  <a:lnTo>
                    <a:pt x="808549" y="11045"/>
                  </a:lnTo>
                  <a:lnTo>
                    <a:pt x="868103" y="19284"/>
                  </a:lnTo>
                  <a:lnTo>
                    <a:pt x="924444" y="29580"/>
                  </a:lnTo>
                  <a:lnTo>
                    <a:pt x="977198" y="41803"/>
                  </a:lnTo>
                  <a:lnTo>
                    <a:pt x="1025990" y="55819"/>
                  </a:lnTo>
                  <a:lnTo>
                    <a:pt x="1070445" y="71497"/>
                  </a:lnTo>
                  <a:lnTo>
                    <a:pt x="1110189" y="88704"/>
                  </a:lnTo>
                  <a:lnTo>
                    <a:pt x="1144847" y="107308"/>
                  </a:lnTo>
                  <a:lnTo>
                    <a:pt x="1197404" y="148179"/>
                  </a:lnTo>
                  <a:lnTo>
                    <a:pt x="1225120" y="193054"/>
                  </a:lnTo>
                  <a:lnTo>
                    <a:pt x="1228725" y="216662"/>
                  </a:lnTo>
                  <a:lnTo>
                    <a:pt x="1225120" y="240269"/>
                  </a:lnTo>
                  <a:lnTo>
                    <a:pt x="1197404" y="285144"/>
                  </a:lnTo>
                  <a:lnTo>
                    <a:pt x="1144847" y="326015"/>
                  </a:lnTo>
                  <a:lnTo>
                    <a:pt x="1110189" y="344619"/>
                  </a:lnTo>
                  <a:lnTo>
                    <a:pt x="1070445" y="361826"/>
                  </a:lnTo>
                  <a:lnTo>
                    <a:pt x="1025990" y="377504"/>
                  </a:lnTo>
                  <a:lnTo>
                    <a:pt x="977198" y="391520"/>
                  </a:lnTo>
                  <a:lnTo>
                    <a:pt x="924444" y="403743"/>
                  </a:lnTo>
                  <a:lnTo>
                    <a:pt x="868103" y="414039"/>
                  </a:lnTo>
                  <a:lnTo>
                    <a:pt x="808549" y="422278"/>
                  </a:lnTo>
                  <a:lnTo>
                    <a:pt x="746158" y="428326"/>
                  </a:lnTo>
                  <a:lnTo>
                    <a:pt x="681304" y="432052"/>
                  </a:lnTo>
                  <a:lnTo>
                    <a:pt x="614362" y="433324"/>
                  </a:lnTo>
                  <a:lnTo>
                    <a:pt x="547420" y="432052"/>
                  </a:lnTo>
                  <a:lnTo>
                    <a:pt x="482566" y="428326"/>
                  </a:lnTo>
                  <a:lnTo>
                    <a:pt x="420175" y="422278"/>
                  </a:lnTo>
                  <a:lnTo>
                    <a:pt x="360621" y="414039"/>
                  </a:lnTo>
                  <a:lnTo>
                    <a:pt x="304280" y="403743"/>
                  </a:lnTo>
                  <a:lnTo>
                    <a:pt x="251526" y="391520"/>
                  </a:lnTo>
                  <a:lnTo>
                    <a:pt x="202734" y="377504"/>
                  </a:lnTo>
                  <a:lnTo>
                    <a:pt x="158279" y="361826"/>
                  </a:lnTo>
                  <a:lnTo>
                    <a:pt x="118535" y="344619"/>
                  </a:lnTo>
                  <a:lnTo>
                    <a:pt x="83877" y="326015"/>
                  </a:lnTo>
                  <a:lnTo>
                    <a:pt x="31320" y="285144"/>
                  </a:lnTo>
                  <a:lnTo>
                    <a:pt x="3604" y="240269"/>
                  </a:lnTo>
                  <a:lnTo>
                    <a:pt x="0" y="216662"/>
                  </a:lnTo>
                  <a:close/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40"/>
            <p:cNvSpPr/>
            <p:nvPr/>
          </p:nvSpPr>
          <p:spPr>
            <a:xfrm>
              <a:off x="1441847" y="3202813"/>
              <a:ext cx="1228725" cy="433705"/>
            </a:xfrm>
            <a:custGeom>
              <a:rect b="b" l="l" r="r" t="t"/>
              <a:pathLst>
                <a:path extrusionOk="0" h="433704" w="1228725">
                  <a:moveTo>
                    <a:pt x="0" y="216662"/>
                  </a:moveTo>
                  <a:lnTo>
                    <a:pt x="14169" y="170182"/>
                  </a:lnTo>
                  <a:lnTo>
                    <a:pt x="54681" y="127177"/>
                  </a:lnTo>
                  <a:lnTo>
                    <a:pt x="118535" y="88704"/>
                  </a:lnTo>
                  <a:lnTo>
                    <a:pt x="158279" y="71497"/>
                  </a:lnTo>
                  <a:lnTo>
                    <a:pt x="202734" y="55819"/>
                  </a:lnTo>
                  <a:lnTo>
                    <a:pt x="251526" y="41803"/>
                  </a:lnTo>
                  <a:lnTo>
                    <a:pt x="304280" y="29580"/>
                  </a:lnTo>
                  <a:lnTo>
                    <a:pt x="360621" y="19284"/>
                  </a:lnTo>
                  <a:lnTo>
                    <a:pt x="420175" y="11045"/>
                  </a:lnTo>
                  <a:lnTo>
                    <a:pt x="482566" y="4997"/>
                  </a:lnTo>
                  <a:lnTo>
                    <a:pt x="547420" y="1271"/>
                  </a:lnTo>
                  <a:lnTo>
                    <a:pt x="614362" y="0"/>
                  </a:lnTo>
                  <a:lnTo>
                    <a:pt x="681304" y="1271"/>
                  </a:lnTo>
                  <a:lnTo>
                    <a:pt x="746158" y="4997"/>
                  </a:lnTo>
                  <a:lnTo>
                    <a:pt x="808549" y="11045"/>
                  </a:lnTo>
                  <a:lnTo>
                    <a:pt x="868103" y="19284"/>
                  </a:lnTo>
                  <a:lnTo>
                    <a:pt x="924444" y="29580"/>
                  </a:lnTo>
                  <a:lnTo>
                    <a:pt x="977198" y="41803"/>
                  </a:lnTo>
                  <a:lnTo>
                    <a:pt x="1025990" y="55819"/>
                  </a:lnTo>
                  <a:lnTo>
                    <a:pt x="1070445" y="71497"/>
                  </a:lnTo>
                  <a:lnTo>
                    <a:pt x="1110189" y="88704"/>
                  </a:lnTo>
                  <a:lnTo>
                    <a:pt x="1144847" y="107308"/>
                  </a:lnTo>
                  <a:lnTo>
                    <a:pt x="1197404" y="148179"/>
                  </a:lnTo>
                  <a:lnTo>
                    <a:pt x="1225120" y="193054"/>
                  </a:lnTo>
                  <a:lnTo>
                    <a:pt x="1228725" y="216662"/>
                  </a:lnTo>
                  <a:lnTo>
                    <a:pt x="1225120" y="240269"/>
                  </a:lnTo>
                  <a:lnTo>
                    <a:pt x="1197404" y="285144"/>
                  </a:lnTo>
                  <a:lnTo>
                    <a:pt x="1144847" y="326015"/>
                  </a:lnTo>
                  <a:lnTo>
                    <a:pt x="1110189" y="344619"/>
                  </a:lnTo>
                  <a:lnTo>
                    <a:pt x="1070445" y="361826"/>
                  </a:lnTo>
                  <a:lnTo>
                    <a:pt x="1025990" y="377504"/>
                  </a:lnTo>
                  <a:lnTo>
                    <a:pt x="977198" y="391520"/>
                  </a:lnTo>
                  <a:lnTo>
                    <a:pt x="924444" y="403743"/>
                  </a:lnTo>
                  <a:lnTo>
                    <a:pt x="868103" y="414039"/>
                  </a:lnTo>
                  <a:lnTo>
                    <a:pt x="808549" y="422278"/>
                  </a:lnTo>
                  <a:lnTo>
                    <a:pt x="746158" y="428326"/>
                  </a:lnTo>
                  <a:lnTo>
                    <a:pt x="681304" y="432052"/>
                  </a:lnTo>
                  <a:lnTo>
                    <a:pt x="614362" y="433324"/>
                  </a:lnTo>
                  <a:lnTo>
                    <a:pt x="547420" y="432052"/>
                  </a:lnTo>
                  <a:lnTo>
                    <a:pt x="482566" y="428326"/>
                  </a:lnTo>
                  <a:lnTo>
                    <a:pt x="420175" y="422278"/>
                  </a:lnTo>
                  <a:lnTo>
                    <a:pt x="360621" y="414039"/>
                  </a:lnTo>
                  <a:lnTo>
                    <a:pt x="304280" y="403743"/>
                  </a:lnTo>
                  <a:lnTo>
                    <a:pt x="251526" y="391520"/>
                  </a:lnTo>
                  <a:lnTo>
                    <a:pt x="202734" y="377504"/>
                  </a:lnTo>
                  <a:lnTo>
                    <a:pt x="158279" y="361826"/>
                  </a:lnTo>
                  <a:lnTo>
                    <a:pt x="118535" y="344619"/>
                  </a:lnTo>
                  <a:lnTo>
                    <a:pt x="83877" y="326015"/>
                  </a:lnTo>
                  <a:lnTo>
                    <a:pt x="31320" y="285144"/>
                  </a:lnTo>
                  <a:lnTo>
                    <a:pt x="3604" y="240269"/>
                  </a:lnTo>
                  <a:lnTo>
                    <a:pt x="0" y="216662"/>
                  </a:lnTo>
                  <a:close/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40"/>
            <p:cNvSpPr/>
            <p:nvPr/>
          </p:nvSpPr>
          <p:spPr>
            <a:xfrm>
              <a:off x="1428750" y="2476497"/>
              <a:ext cx="1228725" cy="433705"/>
            </a:xfrm>
            <a:custGeom>
              <a:rect b="b" l="l" r="r" t="t"/>
              <a:pathLst>
                <a:path extrusionOk="0" h="433705" w="1228725">
                  <a:moveTo>
                    <a:pt x="0" y="216662"/>
                  </a:moveTo>
                  <a:lnTo>
                    <a:pt x="14169" y="170182"/>
                  </a:lnTo>
                  <a:lnTo>
                    <a:pt x="54681" y="127177"/>
                  </a:lnTo>
                  <a:lnTo>
                    <a:pt x="118535" y="88704"/>
                  </a:lnTo>
                  <a:lnTo>
                    <a:pt x="158279" y="71497"/>
                  </a:lnTo>
                  <a:lnTo>
                    <a:pt x="202734" y="55819"/>
                  </a:lnTo>
                  <a:lnTo>
                    <a:pt x="251526" y="41803"/>
                  </a:lnTo>
                  <a:lnTo>
                    <a:pt x="304280" y="29580"/>
                  </a:lnTo>
                  <a:lnTo>
                    <a:pt x="360621" y="19284"/>
                  </a:lnTo>
                  <a:lnTo>
                    <a:pt x="420175" y="11045"/>
                  </a:lnTo>
                  <a:lnTo>
                    <a:pt x="482566" y="4997"/>
                  </a:lnTo>
                  <a:lnTo>
                    <a:pt x="547420" y="1271"/>
                  </a:lnTo>
                  <a:lnTo>
                    <a:pt x="614362" y="0"/>
                  </a:lnTo>
                  <a:lnTo>
                    <a:pt x="681304" y="1271"/>
                  </a:lnTo>
                  <a:lnTo>
                    <a:pt x="746158" y="4997"/>
                  </a:lnTo>
                  <a:lnTo>
                    <a:pt x="808549" y="11045"/>
                  </a:lnTo>
                  <a:lnTo>
                    <a:pt x="868103" y="19284"/>
                  </a:lnTo>
                  <a:lnTo>
                    <a:pt x="924444" y="29580"/>
                  </a:lnTo>
                  <a:lnTo>
                    <a:pt x="977198" y="41803"/>
                  </a:lnTo>
                  <a:lnTo>
                    <a:pt x="1025990" y="55819"/>
                  </a:lnTo>
                  <a:lnTo>
                    <a:pt x="1070445" y="71497"/>
                  </a:lnTo>
                  <a:lnTo>
                    <a:pt x="1110189" y="88704"/>
                  </a:lnTo>
                  <a:lnTo>
                    <a:pt x="1144847" y="107308"/>
                  </a:lnTo>
                  <a:lnTo>
                    <a:pt x="1197404" y="148179"/>
                  </a:lnTo>
                  <a:lnTo>
                    <a:pt x="1225120" y="193054"/>
                  </a:lnTo>
                  <a:lnTo>
                    <a:pt x="1228725" y="216662"/>
                  </a:lnTo>
                  <a:lnTo>
                    <a:pt x="1225120" y="240269"/>
                  </a:lnTo>
                  <a:lnTo>
                    <a:pt x="1197404" y="285144"/>
                  </a:lnTo>
                  <a:lnTo>
                    <a:pt x="1144847" y="326015"/>
                  </a:lnTo>
                  <a:lnTo>
                    <a:pt x="1110189" y="344619"/>
                  </a:lnTo>
                  <a:lnTo>
                    <a:pt x="1070445" y="361826"/>
                  </a:lnTo>
                  <a:lnTo>
                    <a:pt x="1025990" y="377504"/>
                  </a:lnTo>
                  <a:lnTo>
                    <a:pt x="977198" y="391520"/>
                  </a:lnTo>
                  <a:lnTo>
                    <a:pt x="924444" y="403743"/>
                  </a:lnTo>
                  <a:lnTo>
                    <a:pt x="868103" y="414039"/>
                  </a:lnTo>
                  <a:lnTo>
                    <a:pt x="808549" y="422278"/>
                  </a:lnTo>
                  <a:lnTo>
                    <a:pt x="746158" y="428326"/>
                  </a:lnTo>
                  <a:lnTo>
                    <a:pt x="681304" y="432052"/>
                  </a:lnTo>
                  <a:lnTo>
                    <a:pt x="614362" y="433324"/>
                  </a:lnTo>
                  <a:lnTo>
                    <a:pt x="547420" y="432052"/>
                  </a:lnTo>
                  <a:lnTo>
                    <a:pt x="482566" y="428326"/>
                  </a:lnTo>
                  <a:lnTo>
                    <a:pt x="420175" y="422278"/>
                  </a:lnTo>
                  <a:lnTo>
                    <a:pt x="360621" y="414039"/>
                  </a:lnTo>
                  <a:lnTo>
                    <a:pt x="304280" y="403743"/>
                  </a:lnTo>
                  <a:lnTo>
                    <a:pt x="251526" y="391520"/>
                  </a:lnTo>
                  <a:lnTo>
                    <a:pt x="202734" y="377504"/>
                  </a:lnTo>
                  <a:lnTo>
                    <a:pt x="158279" y="361826"/>
                  </a:lnTo>
                  <a:lnTo>
                    <a:pt x="118535" y="344619"/>
                  </a:lnTo>
                  <a:lnTo>
                    <a:pt x="83877" y="326015"/>
                  </a:lnTo>
                  <a:lnTo>
                    <a:pt x="31320" y="285144"/>
                  </a:lnTo>
                  <a:lnTo>
                    <a:pt x="3604" y="240269"/>
                  </a:lnTo>
                  <a:lnTo>
                    <a:pt x="0" y="216662"/>
                  </a:lnTo>
                  <a:close/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40"/>
            <p:cNvSpPr/>
            <p:nvPr/>
          </p:nvSpPr>
          <p:spPr>
            <a:xfrm>
              <a:off x="2657475" y="2693159"/>
              <a:ext cx="888365" cy="584200"/>
            </a:xfrm>
            <a:custGeom>
              <a:rect b="b" l="l" r="r" t="t"/>
              <a:pathLst>
                <a:path extrusionOk="0" h="584200" w="888364">
                  <a:moveTo>
                    <a:pt x="0" y="0"/>
                  </a:moveTo>
                  <a:lnTo>
                    <a:pt x="888047" y="583793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40"/>
            <p:cNvSpPr/>
            <p:nvPr/>
          </p:nvSpPr>
          <p:spPr>
            <a:xfrm>
              <a:off x="3510038" y="3233287"/>
              <a:ext cx="95250" cy="83185"/>
            </a:xfrm>
            <a:custGeom>
              <a:rect b="b" l="l" r="r" t="t"/>
              <a:pathLst>
                <a:path extrusionOk="0" h="83185" w="95250">
                  <a:moveTo>
                    <a:pt x="47091" y="0"/>
                  </a:moveTo>
                  <a:lnTo>
                    <a:pt x="0" y="71628"/>
                  </a:lnTo>
                  <a:lnTo>
                    <a:pt x="95173" y="82905"/>
                  </a:lnTo>
                  <a:lnTo>
                    <a:pt x="4709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40"/>
            <p:cNvSpPr/>
            <p:nvPr/>
          </p:nvSpPr>
          <p:spPr>
            <a:xfrm>
              <a:off x="2657475" y="3428456"/>
              <a:ext cx="702945" cy="0"/>
            </a:xfrm>
            <a:custGeom>
              <a:rect b="b" l="l" r="r" t="t"/>
              <a:pathLst>
                <a:path extrusionOk="0" h="120000" w="702945">
                  <a:moveTo>
                    <a:pt x="0" y="0"/>
                  </a:moveTo>
                  <a:lnTo>
                    <a:pt x="702462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40"/>
            <p:cNvSpPr/>
            <p:nvPr/>
          </p:nvSpPr>
          <p:spPr>
            <a:xfrm>
              <a:off x="3345658" y="3385590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40"/>
            <p:cNvSpPr/>
            <p:nvPr/>
          </p:nvSpPr>
          <p:spPr>
            <a:xfrm>
              <a:off x="2711052" y="3669329"/>
              <a:ext cx="871855" cy="457834"/>
            </a:xfrm>
            <a:custGeom>
              <a:rect b="b" l="l" r="r" t="t"/>
              <a:pathLst>
                <a:path extrusionOk="0" h="457835" w="871854">
                  <a:moveTo>
                    <a:pt x="0" y="457377"/>
                  </a:moveTo>
                  <a:lnTo>
                    <a:pt x="871385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40"/>
            <p:cNvSpPr/>
            <p:nvPr/>
          </p:nvSpPr>
          <p:spPr>
            <a:xfrm>
              <a:off x="3549873" y="3636130"/>
              <a:ext cx="95885" cy="78105"/>
            </a:xfrm>
            <a:custGeom>
              <a:rect b="b" l="l" r="r" t="t"/>
              <a:pathLst>
                <a:path extrusionOk="0" h="78104" w="95885">
                  <a:moveTo>
                    <a:pt x="95821" y="0"/>
                  </a:moveTo>
                  <a:lnTo>
                    <a:pt x="0" y="1892"/>
                  </a:lnTo>
                  <a:lnTo>
                    <a:pt x="39839" y="77800"/>
                  </a:lnTo>
                  <a:lnTo>
                    <a:pt x="9582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8" name="Google Shape;718;p40"/>
          <p:cNvSpPr txBox="1"/>
          <p:nvPr/>
        </p:nvSpPr>
        <p:spPr>
          <a:xfrm>
            <a:off x="2024507" y="4087397"/>
            <a:ext cx="111760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9" name="Google Shape;719;p40"/>
          <p:cNvSpPr txBox="1"/>
          <p:nvPr/>
        </p:nvSpPr>
        <p:spPr>
          <a:xfrm>
            <a:off x="2109851" y="4186457"/>
            <a:ext cx="8255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0" name="Google Shape;720;p40"/>
          <p:cNvSpPr txBox="1"/>
          <p:nvPr/>
        </p:nvSpPr>
        <p:spPr>
          <a:xfrm>
            <a:off x="1930153" y="3347693"/>
            <a:ext cx="252729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39933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1" baseline="-25000" lang="en-US" sz="1350">
                <a:solidFill>
                  <a:srgbClr val="339933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aseline="-25000" sz="13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21" name="Google Shape;721;p40"/>
          <p:cNvSpPr txBox="1"/>
          <p:nvPr/>
        </p:nvSpPr>
        <p:spPr>
          <a:xfrm>
            <a:off x="3150501" y="2737357"/>
            <a:ext cx="763905" cy="20764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="1" baseline="-25000" lang="en-US" sz="1350">
                <a:latin typeface="Tahoma"/>
                <a:ea typeface="Tahoma"/>
                <a:cs typeface="Tahoma"/>
                <a:sym typeface="Tahoma"/>
              </a:rPr>
              <a:t>1 </a:t>
            </a: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= 1.5</a:t>
            </a:r>
            <a:endParaRPr sz="13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22" name="Google Shape;722;p40"/>
          <p:cNvSpPr txBox="1"/>
          <p:nvPr/>
        </p:nvSpPr>
        <p:spPr>
          <a:xfrm>
            <a:off x="3055456" y="3975260"/>
            <a:ext cx="676910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="1" baseline="-25000" lang="en-US" sz="1350">
                <a:latin typeface="Tahoma"/>
                <a:ea typeface="Tahoma"/>
                <a:cs typeface="Tahoma"/>
                <a:sym typeface="Tahoma"/>
              </a:rPr>
              <a:t>3 </a:t>
            </a: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= 1</a:t>
            </a:r>
            <a:endParaRPr sz="135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723" name="Google Shape;723;p40"/>
          <p:cNvGrpSpPr/>
          <p:nvPr/>
        </p:nvGrpSpPr>
        <p:grpSpPr>
          <a:xfrm>
            <a:off x="885444" y="2115311"/>
            <a:ext cx="4829558" cy="1394172"/>
            <a:chOff x="885444" y="2115311"/>
            <a:chExt cx="4829558" cy="1394172"/>
          </a:xfrm>
        </p:grpSpPr>
        <p:sp>
          <p:nvSpPr>
            <p:cNvPr id="724" name="Google Shape;724;p40"/>
            <p:cNvSpPr/>
            <p:nvPr/>
          </p:nvSpPr>
          <p:spPr>
            <a:xfrm>
              <a:off x="4633912" y="3466623"/>
              <a:ext cx="1009650" cy="0"/>
            </a:xfrm>
            <a:custGeom>
              <a:rect b="b" l="l" r="r" t="t"/>
              <a:pathLst>
                <a:path extrusionOk="0" h="120000" w="1009650">
                  <a:moveTo>
                    <a:pt x="0" y="0"/>
                  </a:moveTo>
                  <a:lnTo>
                    <a:pt x="100965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40"/>
            <p:cNvSpPr/>
            <p:nvPr/>
          </p:nvSpPr>
          <p:spPr>
            <a:xfrm>
              <a:off x="5629277" y="3423758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26" name="Google Shape;726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85444" y="2115311"/>
              <a:ext cx="2132075" cy="431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27" name="Google Shape;727;p40"/>
          <p:cNvSpPr txBox="1"/>
          <p:nvPr/>
        </p:nvSpPr>
        <p:spPr>
          <a:xfrm>
            <a:off x="1936725" y="2621377"/>
            <a:ext cx="210185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-1</a:t>
            </a:r>
            <a:endParaRPr sz="13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28" name="Google Shape;728;p40"/>
          <p:cNvSpPr txBox="1"/>
          <p:nvPr/>
        </p:nvSpPr>
        <p:spPr>
          <a:xfrm>
            <a:off x="993139" y="2154428"/>
            <a:ext cx="189992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C0066"/>
                </a:solidFill>
                <a:latin typeface="Calibri"/>
                <a:ea typeface="Calibri"/>
                <a:cs typeface="Calibri"/>
                <a:sym typeface="Calibri"/>
              </a:rPr>
              <a:t>AND with a Biased input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40"/>
          <p:cNvSpPr txBox="1"/>
          <p:nvPr/>
        </p:nvSpPr>
        <p:spPr>
          <a:xfrm>
            <a:off x="2720339" y="3434302"/>
            <a:ext cx="676910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="1" baseline="-25000" lang="en-US" sz="1350">
                <a:latin typeface="Tahoma"/>
                <a:ea typeface="Tahoma"/>
                <a:cs typeface="Tahoma"/>
                <a:sym typeface="Tahoma"/>
              </a:rPr>
              <a:t>2 </a:t>
            </a: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= 1</a:t>
            </a:r>
            <a:endParaRPr sz="135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730" name="Google Shape;730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01720" y="1127338"/>
            <a:ext cx="1260355" cy="20754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1" name="Google Shape;731;p40"/>
          <p:cNvGrpSpPr/>
          <p:nvPr/>
        </p:nvGrpSpPr>
        <p:grpSpPr>
          <a:xfrm>
            <a:off x="361188" y="5114556"/>
            <a:ext cx="6819898" cy="899147"/>
            <a:chOff x="361188" y="5114556"/>
            <a:chExt cx="6819898" cy="899147"/>
          </a:xfrm>
        </p:grpSpPr>
        <p:pic>
          <p:nvPicPr>
            <p:cNvPr id="732" name="Google Shape;732;p4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61188" y="5225796"/>
              <a:ext cx="554735" cy="6751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3" name="Google Shape;733;p4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40079" y="5114556"/>
              <a:ext cx="6541007" cy="899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34" name="Google Shape;734;p40"/>
          <p:cNvSpPr txBox="1"/>
          <p:nvPr/>
        </p:nvSpPr>
        <p:spPr>
          <a:xfrm>
            <a:off x="535940" y="5195756"/>
            <a:ext cx="6376670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D6009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do we get these weight values?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5" name="Google Shape;735;p40"/>
          <p:cNvSpPr txBox="1"/>
          <p:nvPr>
            <p:ph idx="11" type="ftr"/>
          </p:nvPr>
        </p:nvSpPr>
        <p:spPr>
          <a:xfrm>
            <a:off x="3636422" y="6551115"/>
            <a:ext cx="1870075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CS419/619: Computer Vision</a:t>
            </a:r>
            <a:endParaRPr/>
          </a:p>
        </p:txBody>
      </p:sp>
      <p:sp>
        <p:nvSpPr>
          <p:cNvPr id="736" name="Google Shape;736;p40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1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3152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Training Perceptron</a:t>
            </a:r>
            <a:endParaRPr/>
          </a:p>
        </p:txBody>
      </p:sp>
      <p:grpSp>
        <p:nvGrpSpPr>
          <p:cNvPr id="742" name="Google Shape;742;p41"/>
          <p:cNvGrpSpPr/>
          <p:nvPr/>
        </p:nvGrpSpPr>
        <p:grpSpPr>
          <a:xfrm>
            <a:off x="361188" y="5073396"/>
            <a:ext cx="6897622" cy="899159"/>
            <a:chOff x="361188" y="5073396"/>
            <a:chExt cx="6897622" cy="899159"/>
          </a:xfrm>
        </p:grpSpPr>
        <p:pic>
          <p:nvPicPr>
            <p:cNvPr id="743" name="Google Shape;743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61188" y="5184648"/>
              <a:ext cx="554735" cy="6751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4" name="Google Shape;744;p4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0079" y="5073396"/>
              <a:ext cx="6618731" cy="89915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5" name="Google Shape;745;p41"/>
          <p:cNvSpPr txBox="1"/>
          <p:nvPr/>
        </p:nvSpPr>
        <p:spPr>
          <a:xfrm>
            <a:off x="535940" y="5155083"/>
            <a:ext cx="6452235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D6009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Initialize with random weight values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6" name="Google Shape;746;p41"/>
          <p:cNvSpPr/>
          <p:nvPr/>
        </p:nvSpPr>
        <p:spPr>
          <a:xfrm>
            <a:off x="3994269" y="2659184"/>
            <a:ext cx="1097915" cy="434340"/>
          </a:xfrm>
          <a:custGeom>
            <a:rect b="b" l="l" r="r" t="t"/>
            <a:pathLst>
              <a:path extrusionOk="0" h="434339" w="1097914">
                <a:moveTo>
                  <a:pt x="0" y="216890"/>
                </a:moveTo>
                <a:lnTo>
                  <a:pt x="14491" y="167159"/>
                </a:lnTo>
                <a:lnTo>
                  <a:pt x="55772" y="121507"/>
                </a:lnTo>
                <a:lnTo>
                  <a:pt x="120546" y="81236"/>
                </a:lnTo>
                <a:lnTo>
                  <a:pt x="160715" y="63525"/>
                </a:lnTo>
                <a:lnTo>
                  <a:pt x="205522" y="47648"/>
                </a:lnTo>
                <a:lnTo>
                  <a:pt x="254556" y="33767"/>
                </a:lnTo>
                <a:lnTo>
                  <a:pt x="307404" y="22044"/>
                </a:lnTo>
                <a:lnTo>
                  <a:pt x="363656" y="12644"/>
                </a:lnTo>
                <a:lnTo>
                  <a:pt x="422900" y="5728"/>
                </a:lnTo>
                <a:lnTo>
                  <a:pt x="484724" y="1459"/>
                </a:lnTo>
                <a:lnTo>
                  <a:pt x="548716" y="0"/>
                </a:lnTo>
                <a:lnTo>
                  <a:pt x="612705" y="1459"/>
                </a:lnTo>
                <a:lnTo>
                  <a:pt x="674527" y="5728"/>
                </a:lnTo>
                <a:lnTo>
                  <a:pt x="733768" y="12644"/>
                </a:lnTo>
                <a:lnTo>
                  <a:pt x="790019" y="22044"/>
                </a:lnTo>
                <a:lnTo>
                  <a:pt x="842867" y="33767"/>
                </a:lnTo>
                <a:lnTo>
                  <a:pt x="891899" y="47648"/>
                </a:lnTo>
                <a:lnTo>
                  <a:pt x="936705" y="63525"/>
                </a:lnTo>
                <a:lnTo>
                  <a:pt x="976873" y="81236"/>
                </a:lnTo>
                <a:lnTo>
                  <a:pt x="1011991" y="100617"/>
                </a:lnTo>
                <a:lnTo>
                  <a:pt x="1065430" y="143741"/>
                </a:lnTo>
                <a:lnTo>
                  <a:pt x="1093728" y="191596"/>
                </a:lnTo>
                <a:lnTo>
                  <a:pt x="1097419" y="216890"/>
                </a:lnTo>
                <a:lnTo>
                  <a:pt x="1093728" y="242184"/>
                </a:lnTo>
                <a:lnTo>
                  <a:pt x="1065430" y="290039"/>
                </a:lnTo>
                <a:lnTo>
                  <a:pt x="1011991" y="333163"/>
                </a:lnTo>
                <a:lnTo>
                  <a:pt x="976873" y="352545"/>
                </a:lnTo>
                <a:lnTo>
                  <a:pt x="936705" y="370255"/>
                </a:lnTo>
                <a:lnTo>
                  <a:pt x="891899" y="386133"/>
                </a:lnTo>
                <a:lnTo>
                  <a:pt x="842867" y="400014"/>
                </a:lnTo>
                <a:lnTo>
                  <a:pt x="790019" y="411736"/>
                </a:lnTo>
                <a:lnTo>
                  <a:pt x="733768" y="421136"/>
                </a:lnTo>
                <a:lnTo>
                  <a:pt x="674527" y="428053"/>
                </a:lnTo>
                <a:lnTo>
                  <a:pt x="612705" y="432322"/>
                </a:lnTo>
                <a:lnTo>
                  <a:pt x="548716" y="433781"/>
                </a:lnTo>
                <a:lnTo>
                  <a:pt x="484724" y="432322"/>
                </a:lnTo>
                <a:lnTo>
                  <a:pt x="422900" y="428053"/>
                </a:lnTo>
                <a:lnTo>
                  <a:pt x="363656" y="421136"/>
                </a:lnTo>
                <a:lnTo>
                  <a:pt x="307404" y="411736"/>
                </a:lnTo>
                <a:lnTo>
                  <a:pt x="254556" y="400014"/>
                </a:lnTo>
                <a:lnTo>
                  <a:pt x="205522" y="386133"/>
                </a:lnTo>
                <a:lnTo>
                  <a:pt x="160715" y="370255"/>
                </a:lnTo>
                <a:lnTo>
                  <a:pt x="120546" y="352545"/>
                </a:lnTo>
                <a:lnTo>
                  <a:pt x="85428" y="333163"/>
                </a:lnTo>
                <a:lnTo>
                  <a:pt x="31989" y="290039"/>
                </a:lnTo>
                <a:lnTo>
                  <a:pt x="3691" y="242184"/>
                </a:lnTo>
                <a:lnTo>
                  <a:pt x="0" y="21689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41"/>
          <p:cNvSpPr txBox="1"/>
          <p:nvPr/>
        </p:nvSpPr>
        <p:spPr>
          <a:xfrm>
            <a:off x="4236750" y="2822702"/>
            <a:ext cx="610235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D60093"/>
                </a:solidFill>
                <a:latin typeface="Tahoma"/>
                <a:ea typeface="Tahoma"/>
                <a:cs typeface="Tahoma"/>
                <a:sym typeface="Tahoma"/>
              </a:rPr>
              <a:t>t = 0.0</a:t>
            </a:r>
            <a:endParaRPr sz="135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748" name="Google Shape;748;p41"/>
          <p:cNvGrpSpPr/>
          <p:nvPr/>
        </p:nvGrpSpPr>
        <p:grpSpPr>
          <a:xfrm>
            <a:off x="2228850" y="1885943"/>
            <a:ext cx="1980214" cy="1886522"/>
            <a:chOff x="2228850" y="1885943"/>
            <a:chExt cx="1980214" cy="1886522"/>
          </a:xfrm>
        </p:grpSpPr>
        <p:sp>
          <p:nvSpPr>
            <p:cNvPr id="749" name="Google Shape;749;p41"/>
            <p:cNvSpPr/>
            <p:nvPr/>
          </p:nvSpPr>
          <p:spPr>
            <a:xfrm>
              <a:off x="2276563" y="3338125"/>
              <a:ext cx="1097915" cy="434340"/>
            </a:xfrm>
            <a:custGeom>
              <a:rect b="b" l="l" r="r" t="t"/>
              <a:pathLst>
                <a:path extrusionOk="0" h="434339" w="1097914">
                  <a:moveTo>
                    <a:pt x="0" y="216890"/>
                  </a:moveTo>
                  <a:lnTo>
                    <a:pt x="14491" y="167159"/>
                  </a:lnTo>
                  <a:lnTo>
                    <a:pt x="55772" y="121507"/>
                  </a:lnTo>
                  <a:lnTo>
                    <a:pt x="120546" y="81236"/>
                  </a:lnTo>
                  <a:lnTo>
                    <a:pt x="160715" y="63525"/>
                  </a:lnTo>
                  <a:lnTo>
                    <a:pt x="205522" y="47648"/>
                  </a:lnTo>
                  <a:lnTo>
                    <a:pt x="254556" y="33767"/>
                  </a:lnTo>
                  <a:lnTo>
                    <a:pt x="307404" y="22044"/>
                  </a:lnTo>
                  <a:lnTo>
                    <a:pt x="363656" y="12644"/>
                  </a:lnTo>
                  <a:lnTo>
                    <a:pt x="422900" y="5728"/>
                  </a:lnTo>
                  <a:lnTo>
                    <a:pt x="484724" y="1459"/>
                  </a:lnTo>
                  <a:lnTo>
                    <a:pt x="548716" y="0"/>
                  </a:lnTo>
                  <a:lnTo>
                    <a:pt x="612705" y="1459"/>
                  </a:lnTo>
                  <a:lnTo>
                    <a:pt x="674527" y="5728"/>
                  </a:lnTo>
                  <a:lnTo>
                    <a:pt x="733768" y="12644"/>
                  </a:lnTo>
                  <a:lnTo>
                    <a:pt x="790019" y="22044"/>
                  </a:lnTo>
                  <a:lnTo>
                    <a:pt x="842867" y="33767"/>
                  </a:lnTo>
                  <a:lnTo>
                    <a:pt x="891899" y="47648"/>
                  </a:lnTo>
                  <a:lnTo>
                    <a:pt x="936705" y="63525"/>
                  </a:lnTo>
                  <a:lnTo>
                    <a:pt x="976873" y="81236"/>
                  </a:lnTo>
                  <a:lnTo>
                    <a:pt x="1011991" y="100617"/>
                  </a:lnTo>
                  <a:lnTo>
                    <a:pt x="1065430" y="143741"/>
                  </a:lnTo>
                  <a:lnTo>
                    <a:pt x="1093728" y="191596"/>
                  </a:lnTo>
                  <a:lnTo>
                    <a:pt x="1097419" y="216890"/>
                  </a:lnTo>
                  <a:lnTo>
                    <a:pt x="1093728" y="242184"/>
                  </a:lnTo>
                  <a:lnTo>
                    <a:pt x="1065430" y="290039"/>
                  </a:lnTo>
                  <a:lnTo>
                    <a:pt x="1011991" y="333163"/>
                  </a:lnTo>
                  <a:lnTo>
                    <a:pt x="976873" y="352545"/>
                  </a:lnTo>
                  <a:lnTo>
                    <a:pt x="936705" y="370255"/>
                  </a:lnTo>
                  <a:lnTo>
                    <a:pt x="891899" y="386133"/>
                  </a:lnTo>
                  <a:lnTo>
                    <a:pt x="842867" y="400014"/>
                  </a:lnTo>
                  <a:lnTo>
                    <a:pt x="790019" y="411736"/>
                  </a:lnTo>
                  <a:lnTo>
                    <a:pt x="733768" y="421136"/>
                  </a:lnTo>
                  <a:lnTo>
                    <a:pt x="674527" y="428053"/>
                  </a:lnTo>
                  <a:lnTo>
                    <a:pt x="612705" y="432322"/>
                  </a:lnTo>
                  <a:lnTo>
                    <a:pt x="548716" y="433781"/>
                  </a:lnTo>
                  <a:lnTo>
                    <a:pt x="484724" y="432322"/>
                  </a:lnTo>
                  <a:lnTo>
                    <a:pt x="422900" y="428053"/>
                  </a:lnTo>
                  <a:lnTo>
                    <a:pt x="363656" y="421136"/>
                  </a:lnTo>
                  <a:lnTo>
                    <a:pt x="307404" y="411736"/>
                  </a:lnTo>
                  <a:lnTo>
                    <a:pt x="254556" y="400014"/>
                  </a:lnTo>
                  <a:lnTo>
                    <a:pt x="205522" y="386133"/>
                  </a:lnTo>
                  <a:lnTo>
                    <a:pt x="160715" y="370255"/>
                  </a:lnTo>
                  <a:lnTo>
                    <a:pt x="120546" y="352545"/>
                  </a:lnTo>
                  <a:lnTo>
                    <a:pt x="85428" y="333163"/>
                  </a:lnTo>
                  <a:lnTo>
                    <a:pt x="31989" y="290039"/>
                  </a:lnTo>
                  <a:lnTo>
                    <a:pt x="3691" y="242184"/>
                  </a:lnTo>
                  <a:lnTo>
                    <a:pt x="0" y="21689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41"/>
            <p:cNvSpPr/>
            <p:nvPr/>
          </p:nvSpPr>
          <p:spPr>
            <a:xfrm>
              <a:off x="2240779" y="2612034"/>
              <a:ext cx="1097915" cy="434340"/>
            </a:xfrm>
            <a:custGeom>
              <a:rect b="b" l="l" r="r" t="t"/>
              <a:pathLst>
                <a:path extrusionOk="0" h="434339" w="1097914">
                  <a:moveTo>
                    <a:pt x="0" y="216890"/>
                  </a:moveTo>
                  <a:lnTo>
                    <a:pt x="14491" y="167159"/>
                  </a:lnTo>
                  <a:lnTo>
                    <a:pt x="55772" y="121507"/>
                  </a:lnTo>
                  <a:lnTo>
                    <a:pt x="120546" y="81236"/>
                  </a:lnTo>
                  <a:lnTo>
                    <a:pt x="160715" y="63525"/>
                  </a:lnTo>
                  <a:lnTo>
                    <a:pt x="205522" y="47648"/>
                  </a:lnTo>
                  <a:lnTo>
                    <a:pt x="254556" y="33767"/>
                  </a:lnTo>
                  <a:lnTo>
                    <a:pt x="307404" y="22044"/>
                  </a:lnTo>
                  <a:lnTo>
                    <a:pt x="363656" y="12644"/>
                  </a:lnTo>
                  <a:lnTo>
                    <a:pt x="422900" y="5728"/>
                  </a:lnTo>
                  <a:lnTo>
                    <a:pt x="484724" y="1459"/>
                  </a:lnTo>
                  <a:lnTo>
                    <a:pt x="548716" y="0"/>
                  </a:lnTo>
                  <a:lnTo>
                    <a:pt x="612705" y="1459"/>
                  </a:lnTo>
                  <a:lnTo>
                    <a:pt x="674527" y="5728"/>
                  </a:lnTo>
                  <a:lnTo>
                    <a:pt x="733768" y="12644"/>
                  </a:lnTo>
                  <a:lnTo>
                    <a:pt x="790019" y="22044"/>
                  </a:lnTo>
                  <a:lnTo>
                    <a:pt x="842867" y="33767"/>
                  </a:lnTo>
                  <a:lnTo>
                    <a:pt x="891899" y="47648"/>
                  </a:lnTo>
                  <a:lnTo>
                    <a:pt x="936705" y="63525"/>
                  </a:lnTo>
                  <a:lnTo>
                    <a:pt x="976873" y="81236"/>
                  </a:lnTo>
                  <a:lnTo>
                    <a:pt x="1011991" y="100617"/>
                  </a:lnTo>
                  <a:lnTo>
                    <a:pt x="1065430" y="143741"/>
                  </a:lnTo>
                  <a:lnTo>
                    <a:pt x="1093728" y="191596"/>
                  </a:lnTo>
                  <a:lnTo>
                    <a:pt x="1097419" y="216890"/>
                  </a:lnTo>
                  <a:lnTo>
                    <a:pt x="1093728" y="242184"/>
                  </a:lnTo>
                  <a:lnTo>
                    <a:pt x="1065430" y="290039"/>
                  </a:lnTo>
                  <a:lnTo>
                    <a:pt x="1011991" y="333163"/>
                  </a:lnTo>
                  <a:lnTo>
                    <a:pt x="976873" y="352545"/>
                  </a:lnTo>
                  <a:lnTo>
                    <a:pt x="936705" y="370255"/>
                  </a:lnTo>
                  <a:lnTo>
                    <a:pt x="891899" y="386133"/>
                  </a:lnTo>
                  <a:lnTo>
                    <a:pt x="842867" y="400014"/>
                  </a:lnTo>
                  <a:lnTo>
                    <a:pt x="790019" y="411736"/>
                  </a:lnTo>
                  <a:lnTo>
                    <a:pt x="733768" y="421136"/>
                  </a:lnTo>
                  <a:lnTo>
                    <a:pt x="674527" y="428053"/>
                  </a:lnTo>
                  <a:lnTo>
                    <a:pt x="612705" y="432322"/>
                  </a:lnTo>
                  <a:lnTo>
                    <a:pt x="548716" y="433781"/>
                  </a:lnTo>
                  <a:lnTo>
                    <a:pt x="484724" y="432322"/>
                  </a:lnTo>
                  <a:lnTo>
                    <a:pt x="422900" y="428053"/>
                  </a:lnTo>
                  <a:lnTo>
                    <a:pt x="363656" y="421136"/>
                  </a:lnTo>
                  <a:lnTo>
                    <a:pt x="307404" y="411736"/>
                  </a:lnTo>
                  <a:lnTo>
                    <a:pt x="254556" y="400014"/>
                  </a:lnTo>
                  <a:lnTo>
                    <a:pt x="205522" y="386133"/>
                  </a:lnTo>
                  <a:lnTo>
                    <a:pt x="160715" y="370255"/>
                  </a:lnTo>
                  <a:lnTo>
                    <a:pt x="120546" y="352545"/>
                  </a:lnTo>
                  <a:lnTo>
                    <a:pt x="85428" y="333163"/>
                  </a:lnTo>
                  <a:lnTo>
                    <a:pt x="31989" y="290039"/>
                  </a:lnTo>
                  <a:lnTo>
                    <a:pt x="3691" y="242184"/>
                  </a:lnTo>
                  <a:lnTo>
                    <a:pt x="0" y="21689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41"/>
            <p:cNvSpPr/>
            <p:nvPr/>
          </p:nvSpPr>
          <p:spPr>
            <a:xfrm>
              <a:off x="2228850" y="1885943"/>
              <a:ext cx="1097915" cy="434340"/>
            </a:xfrm>
            <a:custGeom>
              <a:rect b="b" l="l" r="r" t="t"/>
              <a:pathLst>
                <a:path extrusionOk="0" h="434339" w="1097914">
                  <a:moveTo>
                    <a:pt x="0" y="216890"/>
                  </a:moveTo>
                  <a:lnTo>
                    <a:pt x="14491" y="167159"/>
                  </a:lnTo>
                  <a:lnTo>
                    <a:pt x="55772" y="121507"/>
                  </a:lnTo>
                  <a:lnTo>
                    <a:pt x="120546" y="81236"/>
                  </a:lnTo>
                  <a:lnTo>
                    <a:pt x="160715" y="63525"/>
                  </a:lnTo>
                  <a:lnTo>
                    <a:pt x="205522" y="47648"/>
                  </a:lnTo>
                  <a:lnTo>
                    <a:pt x="254556" y="33767"/>
                  </a:lnTo>
                  <a:lnTo>
                    <a:pt x="307404" y="22044"/>
                  </a:lnTo>
                  <a:lnTo>
                    <a:pt x="363656" y="12644"/>
                  </a:lnTo>
                  <a:lnTo>
                    <a:pt x="422900" y="5728"/>
                  </a:lnTo>
                  <a:lnTo>
                    <a:pt x="484724" y="1459"/>
                  </a:lnTo>
                  <a:lnTo>
                    <a:pt x="548716" y="0"/>
                  </a:lnTo>
                  <a:lnTo>
                    <a:pt x="612705" y="1459"/>
                  </a:lnTo>
                  <a:lnTo>
                    <a:pt x="674527" y="5728"/>
                  </a:lnTo>
                  <a:lnTo>
                    <a:pt x="733768" y="12644"/>
                  </a:lnTo>
                  <a:lnTo>
                    <a:pt x="790019" y="22044"/>
                  </a:lnTo>
                  <a:lnTo>
                    <a:pt x="842867" y="33767"/>
                  </a:lnTo>
                  <a:lnTo>
                    <a:pt x="891899" y="47648"/>
                  </a:lnTo>
                  <a:lnTo>
                    <a:pt x="936705" y="63525"/>
                  </a:lnTo>
                  <a:lnTo>
                    <a:pt x="976873" y="81236"/>
                  </a:lnTo>
                  <a:lnTo>
                    <a:pt x="1011991" y="100617"/>
                  </a:lnTo>
                  <a:lnTo>
                    <a:pt x="1065430" y="143741"/>
                  </a:lnTo>
                  <a:lnTo>
                    <a:pt x="1093728" y="191596"/>
                  </a:lnTo>
                  <a:lnTo>
                    <a:pt x="1097419" y="216890"/>
                  </a:lnTo>
                  <a:lnTo>
                    <a:pt x="1093728" y="242184"/>
                  </a:lnTo>
                  <a:lnTo>
                    <a:pt x="1065430" y="290039"/>
                  </a:lnTo>
                  <a:lnTo>
                    <a:pt x="1011991" y="333163"/>
                  </a:lnTo>
                  <a:lnTo>
                    <a:pt x="976873" y="352545"/>
                  </a:lnTo>
                  <a:lnTo>
                    <a:pt x="936705" y="370255"/>
                  </a:lnTo>
                  <a:lnTo>
                    <a:pt x="891899" y="386133"/>
                  </a:lnTo>
                  <a:lnTo>
                    <a:pt x="842867" y="400014"/>
                  </a:lnTo>
                  <a:lnTo>
                    <a:pt x="790019" y="411736"/>
                  </a:lnTo>
                  <a:lnTo>
                    <a:pt x="733768" y="421136"/>
                  </a:lnTo>
                  <a:lnTo>
                    <a:pt x="674527" y="428053"/>
                  </a:lnTo>
                  <a:lnTo>
                    <a:pt x="612705" y="432322"/>
                  </a:lnTo>
                  <a:lnTo>
                    <a:pt x="548716" y="433781"/>
                  </a:lnTo>
                  <a:lnTo>
                    <a:pt x="484724" y="432322"/>
                  </a:lnTo>
                  <a:lnTo>
                    <a:pt x="422900" y="428053"/>
                  </a:lnTo>
                  <a:lnTo>
                    <a:pt x="363656" y="421136"/>
                  </a:lnTo>
                  <a:lnTo>
                    <a:pt x="307404" y="411736"/>
                  </a:lnTo>
                  <a:lnTo>
                    <a:pt x="254556" y="400014"/>
                  </a:lnTo>
                  <a:lnTo>
                    <a:pt x="205522" y="386133"/>
                  </a:lnTo>
                  <a:lnTo>
                    <a:pt x="160715" y="370255"/>
                  </a:lnTo>
                  <a:lnTo>
                    <a:pt x="120546" y="352545"/>
                  </a:lnTo>
                  <a:lnTo>
                    <a:pt x="85428" y="333163"/>
                  </a:lnTo>
                  <a:lnTo>
                    <a:pt x="31989" y="290039"/>
                  </a:lnTo>
                  <a:lnTo>
                    <a:pt x="3691" y="242184"/>
                  </a:lnTo>
                  <a:lnTo>
                    <a:pt x="0" y="21689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41"/>
            <p:cNvSpPr/>
            <p:nvPr/>
          </p:nvSpPr>
          <p:spPr>
            <a:xfrm>
              <a:off x="3326272" y="2102834"/>
              <a:ext cx="796290" cy="584835"/>
            </a:xfrm>
            <a:custGeom>
              <a:rect b="b" l="l" r="r" t="t"/>
              <a:pathLst>
                <a:path extrusionOk="0" h="584835" w="796289">
                  <a:moveTo>
                    <a:pt x="0" y="0"/>
                  </a:moveTo>
                  <a:lnTo>
                    <a:pt x="795756" y="58475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41"/>
            <p:cNvSpPr/>
            <p:nvPr/>
          </p:nvSpPr>
          <p:spPr>
            <a:xfrm>
              <a:off x="4089233" y="2649372"/>
              <a:ext cx="84455" cy="76200"/>
            </a:xfrm>
            <a:custGeom>
              <a:rect b="b" l="l" r="r" t="t"/>
              <a:pathLst>
                <a:path extrusionOk="0" h="76200" w="84454">
                  <a:moveTo>
                    <a:pt x="45123" y="0"/>
                  </a:moveTo>
                  <a:lnTo>
                    <a:pt x="0" y="61404"/>
                  </a:lnTo>
                  <a:lnTo>
                    <a:pt x="83959" y="75831"/>
                  </a:lnTo>
                  <a:lnTo>
                    <a:pt x="4512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41"/>
            <p:cNvSpPr/>
            <p:nvPr/>
          </p:nvSpPr>
          <p:spPr>
            <a:xfrm>
              <a:off x="3326272" y="2838354"/>
              <a:ext cx="628650" cy="0"/>
            </a:xfrm>
            <a:custGeom>
              <a:rect b="b" l="l" r="r" t="t"/>
              <a:pathLst>
                <a:path extrusionOk="0" h="120000" w="628650">
                  <a:moveTo>
                    <a:pt x="0" y="0"/>
                  </a:moveTo>
                  <a:lnTo>
                    <a:pt x="628357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41"/>
            <p:cNvSpPr/>
            <p:nvPr/>
          </p:nvSpPr>
          <p:spPr>
            <a:xfrm>
              <a:off x="3941926" y="2800252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41"/>
            <p:cNvSpPr/>
            <p:nvPr/>
          </p:nvSpPr>
          <p:spPr>
            <a:xfrm>
              <a:off x="3373986" y="3077965"/>
              <a:ext cx="780415" cy="458470"/>
            </a:xfrm>
            <a:custGeom>
              <a:rect b="b" l="l" r="r" t="t"/>
              <a:pathLst>
                <a:path extrusionOk="0" h="458470" w="780414">
                  <a:moveTo>
                    <a:pt x="0" y="458190"/>
                  </a:moveTo>
                  <a:lnTo>
                    <a:pt x="780237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41"/>
            <p:cNvSpPr/>
            <p:nvPr/>
          </p:nvSpPr>
          <p:spPr>
            <a:xfrm>
              <a:off x="4123974" y="3045814"/>
              <a:ext cx="85090" cy="71755"/>
            </a:xfrm>
            <a:custGeom>
              <a:rect b="b" l="l" r="r" t="t"/>
              <a:pathLst>
                <a:path extrusionOk="0" h="71755" w="85089">
                  <a:moveTo>
                    <a:pt x="85001" y="0"/>
                  </a:moveTo>
                  <a:lnTo>
                    <a:pt x="0" y="5727"/>
                  </a:lnTo>
                  <a:lnTo>
                    <a:pt x="38595" y="71437"/>
                  </a:lnTo>
                  <a:lnTo>
                    <a:pt x="8500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8" name="Google Shape;758;p41"/>
          <p:cNvSpPr txBox="1"/>
          <p:nvPr/>
        </p:nvSpPr>
        <p:spPr>
          <a:xfrm>
            <a:off x="2724044" y="2752082"/>
            <a:ext cx="129539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x</a:t>
            </a:r>
            <a:endParaRPr sz="13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59" name="Google Shape;759;p41"/>
          <p:cNvSpPr txBox="1"/>
          <p:nvPr/>
        </p:nvSpPr>
        <p:spPr>
          <a:xfrm>
            <a:off x="2659853" y="2011227"/>
            <a:ext cx="1702435" cy="468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925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-1</a:t>
            </a:r>
            <a:endParaRPr sz="1350">
              <a:latin typeface="Tahoma"/>
              <a:ea typeface="Tahoma"/>
              <a:cs typeface="Tahoma"/>
              <a:sym typeface="Tahoma"/>
            </a:endParaRPr>
          </a:p>
          <a:p>
            <a:pPr indent="0" lvl="0" marL="1062990" rtl="0" algn="l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None/>
            </a:pP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="1" baseline="-25000" lang="en-US" sz="1350">
                <a:latin typeface="Tahoma"/>
                <a:ea typeface="Tahoma"/>
                <a:cs typeface="Tahoma"/>
                <a:sym typeface="Tahoma"/>
              </a:rPr>
              <a:t>1 </a:t>
            </a: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= ?</a:t>
            </a:r>
            <a:endParaRPr sz="13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60" name="Google Shape;760;p41"/>
          <p:cNvSpPr txBox="1"/>
          <p:nvPr/>
        </p:nvSpPr>
        <p:spPr>
          <a:xfrm>
            <a:off x="2762147" y="3294191"/>
            <a:ext cx="1600200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960755" rtl="0" algn="l">
              <a:lnSpc>
                <a:spcPct val="1192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="1" baseline="-25000" lang="en-US" sz="1350">
                <a:latin typeface="Tahoma"/>
                <a:ea typeface="Tahoma"/>
                <a:cs typeface="Tahoma"/>
                <a:sym typeface="Tahoma"/>
              </a:rPr>
              <a:t>3 </a:t>
            </a: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= ?</a:t>
            </a:r>
            <a:endParaRPr sz="1350">
              <a:latin typeface="Tahoma"/>
              <a:ea typeface="Tahoma"/>
              <a:cs typeface="Tahoma"/>
              <a:sym typeface="Tahoma"/>
            </a:endParaRPr>
          </a:p>
          <a:p>
            <a:pPr indent="0" lvl="0" marL="25400" rtl="0" algn="l">
              <a:lnSpc>
                <a:spcPct val="1192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y</a:t>
            </a:r>
            <a:endParaRPr sz="135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761" name="Google Shape;761;p41"/>
          <p:cNvGrpSpPr/>
          <p:nvPr/>
        </p:nvGrpSpPr>
        <p:grpSpPr>
          <a:xfrm>
            <a:off x="5091691" y="2837971"/>
            <a:ext cx="966211" cy="76200"/>
            <a:chOff x="5091691" y="2837971"/>
            <a:chExt cx="966211" cy="76200"/>
          </a:xfrm>
        </p:grpSpPr>
        <p:sp>
          <p:nvSpPr>
            <p:cNvPr id="762" name="Google Shape;762;p41"/>
            <p:cNvSpPr/>
            <p:nvPr/>
          </p:nvSpPr>
          <p:spPr>
            <a:xfrm>
              <a:off x="5091691" y="2876073"/>
              <a:ext cx="902969" cy="0"/>
            </a:xfrm>
            <a:custGeom>
              <a:rect b="b" l="l" r="r" t="t"/>
              <a:pathLst>
                <a:path extrusionOk="0" h="120000" w="902970">
                  <a:moveTo>
                    <a:pt x="0" y="0"/>
                  </a:moveTo>
                  <a:lnTo>
                    <a:pt x="902703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41"/>
            <p:cNvSpPr/>
            <p:nvPr/>
          </p:nvSpPr>
          <p:spPr>
            <a:xfrm>
              <a:off x="5981702" y="2837971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4" name="Google Shape;764;p41"/>
          <p:cNvSpPr txBox="1"/>
          <p:nvPr/>
        </p:nvSpPr>
        <p:spPr>
          <a:xfrm>
            <a:off x="3279434" y="2860421"/>
            <a:ext cx="664845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="1" baseline="-25000" lang="en-US" sz="1350">
                <a:latin typeface="Tahoma"/>
                <a:ea typeface="Tahoma"/>
                <a:cs typeface="Tahoma"/>
                <a:sym typeface="Tahoma"/>
              </a:rPr>
              <a:t>2 </a:t>
            </a: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= ?</a:t>
            </a:r>
            <a:endParaRPr sz="135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765" name="Google Shape;765;p41"/>
          <p:cNvGrpSpPr/>
          <p:nvPr/>
        </p:nvGrpSpPr>
        <p:grpSpPr>
          <a:xfrm>
            <a:off x="7378495" y="1460678"/>
            <a:ext cx="1260355" cy="2959366"/>
            <a:chOff x="7378495" y="1460678"/>
            <a:chExt cx="1260355" cy="2959366"/>
          </a:xfrm>
        </p:grpSpPr>
        <p:pic>
          <p:nvPicPr>
            <p:cNvPr id="766" name="Google Shape;766;p4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378495" y="1460678"/>
              <a:ext cx="1260355" cy="20754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7" name="Google Shape;767;p41"/>
            <p:cNvSpPr/>
            <p:nvPr/>
          </p:nvSpPr>
          <p:spPr>
            <a:xfrm>
              <a:off x="8458200" y="3555009"/>
              <a:ext cx="0" cy="636270"/>
            </a:xfrm>
            <a:custGeom>
              <a:rect b="b" l="l" r="r" t="t"/>
              <a:pathLst>
                <a:path extrusionOk="0" h="636270" w="120000">
                  <a:moveTo>
                    <a:pt x="0" y="63599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F796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41"/>
            <p:cNvSpPr/>
            <p:nvPr/>
          </p:nvSpPr>
          <p:spPr>
            <a:xfrm>
              <a:off x="8413755" y="3555013"/>
              <a:ext cx="88900" cy="76200"/>
            </a:xfrm>
            <a:custGeom>
              <a:rect b="b" l="l" r="r" t="t"/>
              <a:pathLst>
                <a:path extrusionOk="0" h="76200" w="88900">
                  <a:moveTo>
                    <a:pt x="88900" y="76200"/>
                  </a:moveTo>
                  <a:lnTo>
                    <a:pt x="44450" y="0"/>
                  </a:lnTo>
                  <a:lnTo>
                    <a:pt x="0" y="76200"/>
                  </a:lnTo>
                </a:path>
              </a:pathLst>
            </a:custGeom>
            <a:noFill/>
            <a:ln cap="flat" cmpd="sng" w="19050">
              <a:solidFill>
                <a:srgbClr val="F796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41"/>
            <p:cNvSpPr/>
            <p:nvPr/>
          </p:nvSpPr>
          <p:spPr>
            <a:xfrm>
              <a:off x="7793959" y="3706939"/>
              <a:ext cx="0" cy="713105"/>
            </a:xfrm>
            <a:custGeom>
              <a:rect b="b" l="l" r="r" t="t"/>
              <a:pathLst>
                <a:path extrusionOk="0" h="713104" w="120000">
                  <a:moveTo>
                    <a:pt x="0" y="71266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F796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41"/>
            <p:cNvSpPr/>
            <p:nvPr/>
          </p:nvSpPr>
          <p:spPr>
            <a:xfrm>
              <a:off x="7749514" y="3706937"/>
              <a:ext cx="88900" cy="76200"/>
            </a:xfrm>
            <a:custGeom>
              <a:rect b="b" l="l" r="r" t="t"/>
              <a:pathLst>
                <a:path extrusionOk="0" h="76200" w="88900">
                  <a:moveTo>
                    <a:pt x="88900" y="76199"/>
                  </a:moveTo>
                  <a:lnTo>
                    <a:pt x="44450" y="0"/>
                  </a:lnTo>
                  <a:lnTo>
                    <a:pt x="0" y="76199"/>
                  </a:lnTo>
                </a:path>
              </a:pathLst>
            </a:custGeom>
            <a:noFill/>
            <a:ln cap="flat" cmpd="sng" w="19050">
              <a:solidFill>
                <a:srgbClr val="F796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1" name="Google Shape;771;p41"/>
          <p:cNvSpPr txBox="1"/>
          <p:nvPr/>
        </p:nvSpPr>
        <p:spPr>
          <a:xfrm>
            <a:off x="7457235" y="4096795"/>
            <a:ext cx="1355090" cy="535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67691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41"/>
          <p:cNvSpPr/>
          <p:nvPr/>
        </p:nvSpPr>
        <p:spPr>
          <a:xfrm>
            <a:off x="7477717" y="3328279"/>
            <a:ext cx="640715" cy="381635"/>
          </a:xfrm>
          <a:custGeom>
            <a:rect b="b" l="l" r="r" t="t"/>
            <a:pathLst>
              <a:path extrusionOk="0" h="381635" w="640715">
                <a:moveTo>
                  <a:pt x="640372" y="0"/>
                </a:moveTo>
                <a:lnTo>
                  <a:pt x="637873" y="74255"/>
                </a:lnTo>
                <a:lnTo>
                  <a:pt x="631059" y="134893"/>
                </a:lnTo>
                <a:lnTo>
                  <a:pt x="620955" y="175775"/>
                </a:lnTo>
                <a:lnTo>
                  <a:pt x="608584" y="190766"/>
                </a:lnTo>
                <a:lnTo>
                  <a:pt x="351980" y="190766"/>
                </a:lnTo>
                <a:lnTo>
                  <a:pt x="339601" y="205757"/>
                </a:lnTo>
                <a:lnTo>
                  <a:pt x="329493" y="246640"/>
                </a:lnTo>
                <a:lnTo>
                  <a:pt x="322678" y="307277"/>
                </a:lnTo>
                <a:lnTo>
                  <a:pt x="320179" y="381533"/>
                </a:lnTo>
                <a:lnTo>
                  <a:pt x="317682" y="307277"/>
                </a:lnTo>
                <a:lnTo>
                  <a:pt x="310872" y="246640"/>
                </a:lnTo>
                <a:lnTo>
                  <a:pt x="300768" y="205757"/>
                </a:lnTo>
                <a:lnTo>
                  <a:pt x="288391" y="190766"/>
                </a:lnTo>
                <a:lnTo>
                  <a:pt x="31788" y="190766"/>
                </a:lnTo>
                <a:lnTo>
                  <a:pt x="19416" y="175775"/>
                </a:lnTo>
                <a:lnTo>
                  <a:pt x="9312" y="134893"/>
                </a:lnTo>
                <a:lnTo>
                  <a:pt x="2498" y="74255"/>
                </a:ln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41"/>
          <p:cNvSpPr txBox="1"/>
          <p:nvPr>
            <p:ph idx="11" type="ftr"/>
          </p:nvPr>
        </p:nvSpPr>
        <p:spPr>
          <a:xfrm>
            <a:off x="3636422" y="6551115"/>
            <a:ext cx="1870075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CS419/619: Computer Vision</a:t>
            </a:r>
            <a:endParaRPr/>
          </a:p>
        </p:txBody>
      </p:sp>
      <p:sp>
        <p:nvSpPr>
          <p:cNvPr id="774" name="Google Shape;774;p41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42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3152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Training Perceptron</a:t>
            </a:r>
            <a:endParaRPr/>
          </a:p>
        </p:txBody>
      </p:sp>
      <p:sp>
        <p:nvSpPr>
          <p:cNvPr id="780" name="Google Shape;780;p42"/>
          <p:cNvSpPr/>
          <p:nvPr/>
        </p:nvSpPr>
        <p:spPr>
          <a:xfrm>
            <a:off x="3994269" y="2659184"/>
            <a:ext cx="1097915" cy="434340"/>
          </a:xfrm>
          <a:custGeom>
            <a:rect b="b" l="l" r="r" t="t"/>
            <a:pathLst>
              <a:path extrusionOk="0" h="434339" w="1097914">
                <a:moveTo>
                  <a:pt x="0" y="216890"/>
                </a:moveTo>
                <a:lnTo>
                  <a:pt x="14491" y="167159"/>
                </a:lnTo>
                <a:lnTo>
                  <a:pt x="55772" y="121507"/>
                </a:lnTo>
                <a:lnTo>
                  <a:pt x="120546" y="81236"/>
                </a:lnTo>
                <a:lnTo>
                  <a:pt x="160715" y="63525"/>
                </a:lnTo>
                <a:lnTo>
                  <a:pt x="205522" y="47648"/>
                </a:lnTo>
                <a:lnTo>
                  <a:pt x="254556" y="33767"/>
                </a:lnTo>
                <a:lnTo>
                  <a:pt x="307404" y="22044"/>
                </a:lnTo>
                <a:lnTo>
                  <a:pt x="363656" y="12644"/>
                </a:lnTo>
                <a:lnTo>
                  <a:pt x="422900" y="5728"/>
                </a:lnTo>
                <a:lnTo>
                  <a:pt x="484724" y="1459"/>
                </a:lnTo>
                <a:lnTo>
                  <a:pt x="548716" y="0"/>
                </a:lnTo>
                <a:lnTo>
                  <a:pt x="612705" y="1459"/>
                </a:lnTo>
                <a:lnTo>
                  <a:pt x="674527" y="5728"/>
                </a:lnTo>
                <a:lnTo>
                  <a:pt x="733768" y="12644"/>
                </a:lnTo>
                <a:lnTo>
                  <a:pt x="790019" y="22044"/>
                </a:lnTo>
                <a:lnTo>
                  <a:pt x="842867" y="33767"/>
                </a:lnTo>
                <a:lnTo>
                  <a:pt x="891899" y="47648"/>
                </a:lnTo>
                <a:lnTo>
                  <a:pt x="936705" y="63525"/>
                </a:lnTo>
                <a:lnTo>
                  <a:pt x="976873" y="81236"/>
                </a:lnTo>
                <a:lnTo>
                  <a:pt x="1011991" y="100617"/>
                </a:lnTo>
                <a:lnTo>
                  <a:pt x="1065430" y="143741"/>
                </a:lnTo>
                <a:lnTo>
                  <a:pt x="1093728" y="191596"/>
                </a:lnTo>
                <a:lnTo>
                  <a:pt x="1097419" y="216890"/>
                </a:lnTo>
                <a:lnTo>
                  <a:pt x="1093728" y="242184"/>
                </a:lnTo>
                <a:lnTo>
                  <a:pt x="1065430" y="290039"/>
                </a:lnTo>
                <a:lnTo>
                  <a:pt x="1011991" y="333163"/>
                </a:lnTo>
                <a:lnTo>
                  <a:pt x="976873" y="352545"/>
                </a:lnTo>
                <a:lnTo>
                  <a:pt x="936705" y="370255"/>
                </a:lnTo>
                <a:lnTo>
                  <a:pt x="891899" y="386133"/>
                </a:lnTo>
                <a:lnTo>
                  <a:pt x="842867" y="400014"/>
                </a:lnTo>
                <a:lnTo>
                  <a:pt x="790019" y="411736"/>
                </a:lnTo>
                <a:lnTo>
                  <a:pt x="733768" y="421136"/>
                </a:lnTo>
                <a:lnTo>
                  <a:pt x="674527" y="428053"/>
                </a:lnTo>
                <a:lnTo>
                  <a:pt x="612705" y="432322"/>
                </a:lnTo>
                <a:lnTo>
                  <a:pt x="548716" y="433781"/>
                </a:lnTo>
                <a:lnTo>
                  <a:pt x="484724" y="432322"/>
                </a:lnTo>
                <a:lnTo>
                  <a:pt x="422900" y="428053"/>
                </a:lnTo>
                <a:lnTo>
                  <a:pt x="363656" y="421136"/>
                </a:lnTo>
                <a:lnTo>
                  <a:pt x="307404" y="411736"/>
                </a:lnTo>
                <a:lnTo>
                  <a:pt x="254556" y="400014"/>
                </a:lnTo>
                <a:lnTo>
                  <a:pt x="205522" y="386133"/>
                </a:lnTo>
                <a:lnTo>
                  <a:pt x="160715" y="370255"/>
                </a:lnTo>
                <a:lnTo>
                  <a:pt x="120546" y="352545"/>
                </a:lnTo>
                <a:lnTo>
                  <a:pt x="85428" y="333163"/>
                </a:lnTo>
                <a:lnTo>
                  <a:pt x="31989" y="290039"/>
                </a:lnTo>
                <a:lnTo>
                  <a:pt x="3691" y="242184"/>
                </a:lnTo>
                <a:lnTo>
                  <a:pt x="0" y="21689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42"/>
          <p:cNvSpPr txBox="1"/>
          <p:nvPr/>
        </p:nvSpPr>
        <p:spPr>
          <a:xfrm>
            <a:off x="4236750" y="2822702"/>
            <a:ext cx="610235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D60093"/>
                </a:solidFill>
                <a:latin typeface="Tahoma"/>
                <a:ea typeface="Tahoma"/>
                <a:cs typeface="Tahoma"/>
                <a:sym typeface="Tahoma"/>
              </a:rPr>
              <a:t>t = 0.0</a:t>
            </a:r>
            <a:endParaRPr sz="135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782" name="Google Shape;782;p42"/>
          <p:cNvGrpSpPr/>
          <p:nvPr/>
        </p:nvGrpSpPr>
        <p:grpSpPr>
          <a:xfrm>
            <a:off x="2228850" y="1885943"/>
            <a:ext cx="1980214" cy="1886522"/>
            <a:chOff x="2228850" y="1885943"/>
            <a:chExt cx="1980214" cy="1886522"/>
          </a:xfrm>
        </p:grpSpPr>
        <p:sp>
          <p:nvSpPr>
            <p:cNvPr id="783" name="Google Shape;783;p42"/>
            <p:cNvSpPr/>
            <p:nvPr/>
          </p:nvSpPr>
          <p:spPr>
            <a:xfrm>
              <a:off x="2276563" y="3338125"/>
              <a:ext cx="1097915" cy="434340"/>
            </a:xfrm>
            <a:custGeom>
              <a:rect b="b" l="l" r="r" t="t"/>
              <a:pathLst>
                <a:path extrusionOk="0" h="434339" w="1097914">
                  <a:moveTo>
                    <a:pt x="0" y="216890"/>
                  </a:moveTo>
                  <a:lnTo>
                    <a:pt x="14491" y="167159"/>
                  </a:lnTo>
                  <a:lnTo>
                    <a:pt x="55772" y="121507"/>
                  </a:lnTo>
                  <a:lnTo>
                    <a:pt x="120546" y="81236"/>
                  </a:lnTo>
                  <a:lnTo>
                    <a:pt x="160715" y="63525"/>
                  </a:lnTo>
                  <a:lnTo>
                    <a:pt x="205522" y="47648"/>
                  </a:lnTo>
                  <a:lnTo>
                    <a:pt x="254556" y="33767"/>
                  </a:lnTo>
                  <a:lnTo>
                    <a:pt x="307404" y="22044"/>
                  </a:lnTo>
                  <a:lnTo>
                    <a:pt x="363656" y="12644"/>
                  </a:lnTo>
                  <a:lnTo>
                    <a:pt x="422900" y="5728"/>
                  </a:lnTo>
                  <a:lnTo>
                    <a:pt x="484724" y="1459"/>
                  </a:lnTo>
                  <a:lnTo>
                    <a:pt x="548716" y="0"/>
                  </a:lnTo>
                  <a:lnTo>
                    <a:pt x="612705" y="1459"/>
                  </a:lnTo>
                  <a:lnTo>
                    <a:pt x="674527" y="5728"/>
                  </a:lnTo>
                  <a:lnTo>
                    <a:pt x="733768" y="12644"/>
                  </a:lnTo>
                  <a:lnTo>
                    <a:pt x="790019" y="22044"/>
                  </a:lnTo>
                  <a:lnTo>
                    <a:pt x="842867" y="33767"/>
                  </a:lnTo>
                  <a:lnTo>
                    <a:pt x="891899" y="47648"/>
                  </a:lnTo>
                  <a:lnTo>
                    <a:pt x="936705" y="63525"/>
                  </a:lnTo>
                  <a:lnTo>
                    <a:pt x="976873" y="81236"/>
                  </a:lnTo>
                  <a:lnTo>
                    <a:pt x="1011991" y="100617"/>
                  </a:lnTo>
                  <a:lnTo>
                    <a:pt x="1065430" y="143741"/>
                  </a:lnTo>
                  <a:lnTo>
                    <a:pt x="1093728" y="191596"/>
                  </a:lnTo>
                  <a:lnTo>
                    <a:pt x="1097419" y="216890"/>
                  </a:lnTo>
                  <a:lnTo>
                    <a:pt x="1093728" y="242184"/>
                  </a:lnTo>
                  <a:lnTo>
                    <a:pt x="1065430" y="290039"/>
                  </a:lnTo>
                  <a:lnTo>
                    <a:pt x="1011991" y="333163"/>
                  </a:lnTo>
                  <a:lnTo>
                    <a:pt x="976873" y="352545"/>
                  </a:lnTo>
                  <a:lnTo>
                    <a:pt x="936705" y="370255"/>
                  </a:lnTo>
                  <a:lnTo>
                    <a:pt x="891899" y="386133"/>
                  </a:lnTo>
                  <a:lnTo>
                    <a:pt x="842867" y="400014"/>
                  </a:lnTo>
                  <a:lnTo>
                    <a:pt x="790019" y="411736"/>
                  </a:lnTo>
                  <a:lnTo>
                    <a:pt x="733768" y="421136"/>
                  </a:lnTo>
                  <a:lnTo>
                    <a:pt x="674527" y="428053"/>
                  </a:lnTo>
                  <a:lnTo>
                    <a:pt x="612705" y="432322"/>
                  </a:lnTo>
                  <a:lnTo>
                    <a:pt x="548716" y="433781"/>
                  </a:lnTo>
                  <a:lnTo>
                    <a:pt x="484724" y="432322"/>
                  </a:lnTo>
                  <a:lnTo>
                    <a:pt x="422900" y="428053"/>
                  </a:lnTo>
                  <a:lnTo>
                    <a:pt x="363656" y="421136"/>
                  </a:lnTo>
                  <a:lnTo>
                    <a:pt x="307404" y="411736"/>
                  </a:lnTo>
                  <a:lnTo>
                    <a:pt x="254556" y="400014"/>
                  </a:lnTo>
                  <a:lnTo>
                    <a:pt x="205522" y="386133"/>
                  </a:lnTo>
                  <a:lnTo>
                    <a:pt x="160715" y="370255"/>
                  </a:lnTo>
                  <a:lnTo>
                    <a:pt x="120546" y="352545"/>
                  </a:lnTo>
                  <a:lnTo>
                    <a:pt x="85428" y="333163"/>
                  </a:lnTo>
                  <a:lnTo>
                    <a:pt x="31989" y="290039"/>
                  </a:lnTo>
                  <a:lnTo>
                    <a:pt x="3691" y="242184"/>
                  </a:lnTo>
                  <a:lnTo>
                    <a:pt x="0" y="21689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42"/>
            <p:cNvSpPr/>
            <p:nvPr/>
          </p:nvSpPr>
          <p:spPr>
            <a:xfrm>
              <a:off x="2240779" y="2612034"/>
              <a:ext cx="1097915" cy="434340"/>
            </a:xfrm>
            <a:custGeom>
              <a:rect b="b" l="l" r="r" t="t"/>
              <a:pathLst>
                <a:path extrusionOk="0" h="434339" w="1097914">
                  <a:moveTo>
                    <a:pt x="0" y="216890"/>
                  </a:moveTo>
                  <a:lnTo>
                    <a:pt x="14491" y="167159"/>
                  </a:lnTo>
                  <a:lnTo>
                    <a:pt x="55772" y="121507"/>
                  </a:lnTo>
                  <a:lnTo>
                    <a:pt x="120546" y="81236"/>
                  </a:lnTo>
                  <a:lnTo>
                    <a:pt x="160715" y="63525"/>
                  </a:lnTo>
                  <a:lnTo>
                    <a:pt x="205522" y="47648"/>
                  </a:lnTo>
                  <a:lnTo>
                    <a:pt x="254556" y="33767"/>
                  </a:lnTo>
                  <a:lnTo>
                    <a:pt x="307404" y="22044"/>
                  </a:lnTo>
                  <a:lnTo>
                    <a:pt x="363656" y="12644"/>
                  </a:lnTo>
                  <a:lnTo>
                    <a:pt x="422900" y="5728"/>
                  </a:lnTo>
                  <a:lnTo>
                    <a:pt x="484724" y="1459"/>
                  </a:lnTo>
                  <a:lnTo>
                    <a:pt x="548716" y="0"/>
                  </a:lnTo>
                  <a:lnTo>
                    <a:pt x="612705" y="1459"/>
                  </a:lnTo>
                  <a:lnTo>
                    <a:pt x="674527" y="5728"/>
                  </a:lnTo>
                  <a:lnTo>
                    <a:pt x="733768" y="12644"/>
                  </a:lnTo>
                  <a:lnTo>
                    <a:pt x="790019" y="22044"/>
                  </a:lnTo>
                  <a:lnTo>
                    <a:pt x="842867" y="33767"/>
                  </a:lnTo>
                  <a:lnTo>
                    <a:pt x="891899" y="47648"/>
                  </a:lnTo>
                  <a:lnTo>
                    <a:pt x="936705" y="63525"/>
                  </a:lnTo>
                  <a:lnTo>
                    <a:pt x="976873" y="81236"/>
                  </a:lnTo>
                  <a:lnTo>
                    <a:pt x="1011991" y="100617"/>
                  </a:lnTo>
                  <a:lnTo>
                    <a:pt x="1065430" y="143741"/>
                  </a:lnTo>
                  <a:lnTo>
                    <a:pt x="1093728" y="191596"/>
                  </a:lnTo>
                  <a:lnTo>
                    <a:pt x="1097419" y="216890"/>
                  </a:lnTo>
                  <a:lnTo>
                    <a:pt x="1093728" y="242184"/>
                  </a:lnTo>
                  <a:lnTo>
                    <a:pt x="1065430" y="290039"/>
                  </a:lnTo>
                  <a:lnTo>
                    <a:pt x="1011991" y="333163"/>
                  </a:lnTo>
                  <a:lnTo>
                    <a:pt x="976873" y="352545"/>
                  </a:lnTo>
                  <a:lnTo>
                    <a:pt x="936705" y="370255"/>
                  </a:lnTo>
                  <a:lnTo>
                    <a:pt x="891899" y="386133"/>
                  </a:lnTo>
                  <a:lnTo>
                    <a:pt x="842867" y="400014"/>
                  </a:lnTo>
                  <a:lnTo>
                    <a:pt x="790019" y="411736"/>
                  </a:lnTo>
                  <a:lnTo>
                    <a:pt x="733768" y="421136"/>
                  </a:lnTo>
                  <a:lnTo>
                    <a:pt x="674527" y="428053"/>
                  </a:lnTo>
                  <a:lnTo>
                    <a:pt x="612705" y="432322"/>
                  </a:lnTo>
                  <a:lnTo>
                    <a:pt x="548716" y="433781"/>
                  </a:lnTo>
                  <a:lnTo>
                    <a:pt x="484724" y="432322"/>
                  </a:lnTo>
                  <a:lnTo>
                    <a:pt x="422900" y="428053"/>
                  </a:lnTo>
                  <a:lnTo>
                    <a:pt x="363656" y="421136"/>
                  </a:lnTo>
                  <a:lnTo>
                    <a:pt x="307404" y="411736"/>
                  </a:lnTo>
                  <a:lnTo>
                    <a:pt x="254556" y="400014"/>
                  </a:lnTo>
                  <a:lnTo>
                    <a:pt x="205522" y="386133"/>
                  </a:lnTo>
                  <a:lnTo>
                    <a:pt x="160715" y="370255"/>
                  </a:lnTo>
                  <a:lnTo>
                    <a:pt x="120546" y="352545"/>
                  </a:lnTo>
                  <a:lnTo>
                    <a:pt x="85428" y="333163"/>
                  </a:lnTo>
                  <a:lnTo>
                    <a:pt x="31989" y="290039"/>
                  </a:lnTo>
                  <a:lnTo>
                    <a:pt x="3691" y="242184"/>
                  </a:lnTo>
                  <a:lnTo>
                    <a:pt x="0" y="21689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42"/>
            <p:cNvSpPr/>
            <p:nvPr/>
          </p:nvSpPr>
          <p:spPr>
            <a:xfrm>
              <a:off x="2228850" y="1885943"/>
              <a:ext cx="1097915" cy="434340"/>
            </a:xfrm>
            <a:custGeom>
              <a:rect b="b" l="l" r="r" t="t"/>
              <a:pathLst>
                <a:path extrusionOk="0" h="434339" w="1097914">
                  <a:moveTo>
                    <a:pt x="0" y="216890"/>
                  </a:moveTo>
                  <a:lnTo>
                    <a:pt x="14491" y="167159"/>
                  </a:lnTo>
                  <a:lnTo>
                    <a:pt x="55772" y="121507"/>
                  </a:lnTo>
                  <a:lnTo>
                    <a:pt x="120546" y="81236"/>
                  </a:lnTo>
                  <a:lnTo>
                    <a:pt x="160715" y="63525"/>
                  </a:lnTo>
                  <a:lnTo>
                    <a:pt x="205522" y="47648"/>
                  </a:lnTo>
                  <a:lnTo>
                    <a:pt x="254556" y="33767"/>
                  </a:lnTo>
                  <a:lnTo>
                    <a:pt x="307404" y="22044"/>
                  </a:lnTo>
                  <a:lnTo>
                    <a:pt x="363656" y="12644"/>
                  </a:lnTo>
                  <a:lnTo>
                    <a:pt x="422900" y="5728"/>
                  </a:lnTo>
                  <a:lnTo>
                    <a:pt x="484724" y="1459"/>
                  </a:lnTo>
                  <a:lnTo>
                    <a:pt x="548716" y="0"/>
                  </a:lnTo>
                  <a:lnTo>
                    <a:pt x="612705" y="1459"/>
                  </a:lnTo>
                  <a:lnTo>
                    <a:pt x="674527" y="5728"/>
                  </a:lnTo>
                  <a:lnTo>
                    <a:pt x="733768" y="12644"/>
                  </a:lnTo>
                  <a:lnTo>
                    <a:pt x="790019" y="22044"/>
                  </a:lnTo>
                  <a:lnTo>
                    <a:pt x="842867" y="33767"/>
                  </a:lnTo>
                  <a:lnTo>
                    <a:pt x="891899" y="47648"/>
                  </a:lnTo>
                  <a:lnTo>
                    <a:pt x="936705" y="63525"/>
                  </a:lnTo>
                  <a:lnTo>
                    <a:pt x="976873" y="81236"/>
                  </a:lnTo>
                  <a:lnTo>
                    <a:pt x="1011991" y="100617"/>
                  </a:lnTo>
                  <a:lnTo>
                    <a:pt x="1065430" y="143741"/>
                  </a:lnTo>
                  <a:lnTo>
                    <a:pt x="1093728" y="191596"/>
                  </a:lnTo>
                  <a:lnTo>
                    <a:pt x="1097419" y="216890"/>
                  </a:lnTo>
                  <a:lnTo>
                    <a:pt x="1093728" y="242184"/>
                  </a:lnTo>
                  <a:lnTo>
                    <a:pt x="1065430" y="290039"/>
                  </a:lnTo>
                  <a:lnTo>
                    <a:pt x="1011991" y="333163"/>
                  </a:lnTo>
                  <a:lnTo>
                    <a:pt x="976873" y="352545"/>
                  </a:lnTo>
                  <a:lnTo>
                    <a:pt x="936705" y="370255"/>
                  </a:lnTo>
                  <a:lnTo>
                    <a:pt x="891899" y="386133"/>
                  </a:lnTo>
                  <a:lnTo>
                    <a:pt x="842867" y="400014"/>
                  </a:lnTo>
                  <a:lnTo>
                    <a:pt x="790019" y="411736"/>
                  </a:lnTo>
                  <a:lnTo>
                    <a:pt x="733768" y="421136"/>
                  </a:lnTo>
                  <a:lnTo>
                    <a:pt x="674527" y="428053"/>
                  </a:lnTo>
                  <a:lnTo>
                    <a:pt x="612705" y="432322"/>
                  </a:lnTo>
                  <a:lnTo>
                    <a:pt x="548716" y="433781"/>
                  </a:lnTo>
                  <a:lnTo>
                    <a:pt x="484724" y="432322"/>
                  </a:lnTo>
                  <a:lnTo>
                    <a:pt x="422900" y="428053"/>
                  </a:lnTo>
                  <a:lnTo>
                    <a:pt x="363656" y="421136"/>
                  </a:lnTo>
                  <a:lnTo>
                    <a:pt x="307404" y="411736"/>
                  </a:lnTo>
                  <a:lnTo>
                    <a:pt x="254556" y="400014"/>
                  </a:lnTo>
                  <a:lnTo>
                    <a:pt x="205522" y="386133"/>
                  </a:lnTo>
                  <a:lnTo>
                    <a:pt x="160715" y="370255"/>
                  </a:lnTo>
                  <a:lnTo>
                    <a:pt x="120546" y="352545"/>
                  </a:lnTo>
                  <a:lnTo>
                    <a:pt x="85428" y="333163"/>
                  </a:lnTo>
                  <a:lnTo>
                    <a:pt x="31989" y="290039"/>
                  </a:lnTo>
                  <a:lnTo>
                    <a:pt x="3691" y="242184"/>
                  </a:lnTo>
                  <a:lnTo>
                    <a:pt x="0" y="21689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42"/>
            <p:cNvSpPr/>
            <p:nvPr/>
          </p:nvSpPr>
          <p:spPr>
            <a:xfrm>
              <a:off x="3326272" y="2102834"/>
              <a:ext cx="796290" cy="584835"/>
            </a:xfrm>
            <a:custGeom>
              <a:rect b="b" l="l" r="r" t="t"/>
              <a:pathLst>
                <a:path extrusionOk="0" h="584835" w="796289">
                  <a:moveTo>
                    <a:pt x="0" y="0"/>
                  </a:moveTo>
                  <a:lnTo>
                    <a:pt x="795756" y="58475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42"/>
            <p:cNvSpPr/>
            <p:nvPr/>
          </p:nvSpPr>
          <p:spPr>
            <a:xfrm>
              <a:off x="4089233" y="2649372"/>
              <a:ext cx="84455" cy="76200"/>
            </a:xfrm>
            <a:custGeom>
              <a:rect b="b" l="l" r="r" t="t"/>
              <a:pathLst>
                <a:path extrusionOk="0" h="76200" w="84454">
                  <a:moveTo>
                    <a:pt x="45123" y="0"/>
                  </a:moveTo>
                  <a:lnTo>
                    <a:pt x="0" y="61404"/>
                  </a:lnTo>
                  <a:lnTo>
                    <a:pt x="83959" y="75831"/>
                  </a:lnTo>
                  <a:lnTo>
                    <a:pt x="4512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42"/>
            <p:cNvSpPr/>
            <p:nvPr/>
          </p:nvSpPr>
          <p:spPr>
            <a:xfrm>
              <a:off x="3326272" y="2838354"/>
              <a:ext cx="628650" cy="0"/>
            </a:xfrm>
            <a:custGeom>
              <a:rect b="b" l="l" r="r" t="t"/>
              <a:pathLst>
                <a:path extrusionOk="0" h="120000" w="628650">
                  <a:moveTo>
                    <a:pt x="0" y="0"/>
                  </a:moveTo>
                  <a:lnTo>
                    <a:pt x="628357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42"/>
            <p:cNvSpPr/>
            <p:nvPr/>
          </p:nvSpPr>
          <p:spPr>
            <a:xfrm>
              <a:off x="3941926" y="2800252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42"/>
            <p:cNvSpPr/>
            <p:nvPr/>
          </p:nvSpPr>
          <p:spPr>
            <a:xfrm>
              <a:off x="3373986" y="3077965"/>
              <a:ext cx="780415" cy="458470"/>
            </a:xfrm>
            <a:custGeom>
              <a:rect b="b" l="l" r="r" t="t"/>
              <a:pathLst>
                <a:path extrusionOk="0" h="458470" w="780414">
                  <a:moveTo>
                    <a:pt x="0" y="458190"/>
                  </a:moveTo>
                  <a:lnTo>
                    <a:pt x="780237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42"/>
            <p:cNvSpPr/>
            <p:nvPr/>
          </p:nvSpPr>
          <p:spPr>
            <a:xfrm>
              <a:off x="4123974" y="3045814"/>
              <a:ext cx="85090" cy="71755"/>
            </a:xfrm>
            <a:custGeom>
              <a:rect b="b" l="l" r="r" t="t"/>
              <a:pathLst>
                <a:path extrusionOk="0" h="71755" w="85089">
                  <a:moveTo>
                    <a:pt x="85001" y="0"/>
                  </a:moveTo>
                  <a:lnTo>
                    <a:pt x="0" y="5727"/>
                  </a:lnTo>
                  <a:lnTo>
                    <a:pt x="38595" y="71437"/>
                  </a:lnTo>
                  <a:lnTo>
                    <a:pt x="8500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2" name="Google Shape;792;p42"/>
          <p:cNvSpPr txBox="1"/>
          <p:nvPr/>
        </p:nvSpPr>
        <p:spPr>
          <a:xfrm>
            <a:off x="2774847" y="3497071"/>
            <a:ext cx="125095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y</a:t>
            </a:r>
            <a:endParaRPr sz="13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93" name="Google Shape;793;p42"/>
          <p:cNvSpPr txBox="1"/>
          <p:nvPr/>
        </p:nvSpPr>
        <p:spPr>
          <a:xfrm>
            <a:off x="2724044" y="2752082"/>
            <a:ext cx="129539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x</a:t>
            </a:r>
            <a:endParaRPr sz="13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94" name="Google Shape;794;p42"/>
          <p:cNvSpPr txBox="1"/>
          <p:nvPr/>
        </p:nvSpPr>
        <p:spPr>
          <a:xfrm>
            <a:off x="2659853" y="2026037"/>
            <a:ext cx="1866900" cy="389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540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-1</a:t>
            </a:r>
            <a:endParaRPr sz="1350">
              <a:latin typeface="Tahoma"/>
              <a:ea typeface="Tahoma"/>
              <a:cs typeface="Tahoma"/>
              <a:sym typeface="Tahoma"/>
            </a:endParaRPr>
          </a:p>
          <a:p>
            <a:pPr indent="0" lvl="0" marL="1052195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="1" baseline="-25000" lang="en-US" sz="1350">
                <a:latin typeface="Tahoma"/>
                <a:ea typeface="Tahoma"/>
                <a:cs typeface="Tahoma"/>
                <a:sym typeface="Tahoma"/>
              </a:rPr>
              <a:t>1 </a:t>
            </a: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= 0.3</a:t>
            </a:r>
            <a:endParaRPr sz="13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95" name="Google Shape;795;p42"/>
          <p:cNvSpPr txBox="1"/>
          <p:nvPr/>
        </p:nvSpPr>
        <p:spPr>
          <a:xfrm>
            <a:off x="3609923" y="3384775"/>
            <a:ext cx="863600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="1" baseline="-25000" lang="en-US" sz="1350">
                <a:latin typeface="Tahoma"/>
                <a:ea typeface="Tahoma"/>
                <a:cs typeface="Tahoma"/>
                <a:sym typeface="Tahoma"/>
              </a:rPr>
              <a:t>3 </a:t>
            </a: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=-0.4</a:t>
            </a:r>
            <a:endParaRPr sz="135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796" name="Google Shape;796;p42"/>
          <p:cNvGrpSpPr/>
          <p:nvPr/>
        </p:nvGrpSpPr>
        <p:grpSpPr>
          <a:xfrm>
            <a:off x="5091691" y="2837971"/>
            <a:ext cx="966211" cy="76200"/>
            <a:chOff x="5091691" y="2837971"/>
            <a:chExt cx="966211" cy="76200"/>
          </a:xfrm>
        </p:grpSpPr>
        <p:sp>
          <p:nvSpPr>
            <p:cNvPr id="797" name="Google Shape;797;p42"/>
            <p:cNvSpPr/>
            <p:nvPr/>
          </p:nvSpPr>
          <p:spPr>
            <a:xfrm>
              <a:off x="5091691" y="2876073"/>
              <a:ext cx="902969" cy="0"/>
            </a:xfrm>
            <a:custGeom>
              <a:rect b="b" l="l" r="r" t="t"/>
              <a:pathLst>
                <a:path extrusionOk="0" h="120000" w="902970">
                  <a:moveTo>
                    <a:pt x="0" y="0"/>
                  </a:moveTo>
                  <a:lnTo>
                    <a:pt x="902703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42"/>
            <p:cNvSpPr/>
            <p:nvPr/>
          </p:nvSpPr>
          <p:spPr>
            <a:xfrm>
              <a:off x="5981702" y="2837971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9" name="Google Shape;799;p42"/>
          <p:cNvSpPr txBox="1"/>
          <p:nvPr/>
        </p:nvSpPr>
        <p:spPr>
          <a:xfrm>
            <a:off x="3254564" y="2897509"/>
            <a:ext cx="839469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="1" baseline="-25000" lang="en-US" sz="1350">
                <a:latin typeface="Tahoma"/>
                <a:ea typeface="Tahoma"/>
                <a:cs typeface="Tahoma"/>
                <a:sym typeface="Tahoma"/>
              </a:rPr>
              <a:t>2 </a:t>
            </a:r>
            <a:r>
              <a:rPr b="1" lang="en-US" sz="1350">
                <a:latin typeface="Tahoma"/>
                <a:ea typeface="Tahoma"/>
                <a:cs typeface="Tahoma"/>
                <a:sym typeface="Tahoma"/>
              </a:rPr>
              <a:t>= 0.5</a:t>
            </a:r>
            <a:endParaRPr sz="1350"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800" name="Google Shape;800;p42"/>
          <p:cNvGraphicFramePr/>
          <p:nvPr/>
        </p:nvGraphicFramePr>
        <p:xfrm>
          <a:off x="841157" y="42410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{91E6DF7D-0CE2-4F0E-B0FC-F8CC729EC077}</a:tableStyleId>
              </a:tblPr>
              <a:tblGrid>
                <a:gridCol w="382900"/>
                <a:gridCol w="359400"/>
                <a:gridCol w="358150"/>
                <a:gridCol w="4061450"/>
                <a:gridCol w="1287775"/>
              </a:tblGrid>
              <a:tr h="300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01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I</a:t>
                      </a:r>
                      <a:r>
                        <a:rPr b="1" baseline="-25000" lang="en-US" sz="1500" u="none" cap="none" strike="noStrike">
                          <a:solidFill>
                            <a:srgbClr val="01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 baseline="-25000" sz="1500" u="none" cap="none" strike="noStrike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3365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01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I</a:t>
                      </a:r>
                      <a:r>
                        <a:rPr b="1" baseline="-25000" lang="en-US" sz="1500" u="none" cap="none" strike="noStrike">
                          <a:solidFill>
                            <a:srgbClr val="01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 baseline="-25000" sz="1500" u="none" cap="none" strike="noStrike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3365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01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I</a:t>
                      </a:r>
                      <a:r>
                        <a:rPr b="1" baseline="-25000" lang="en-US" sz="1500" u="none" cap="none" strike="noStrike">
                          <a:solidFill>
                            <a:srgbClr val="01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 baseline="-25000" sz="1500" u="none" cap="none" strike="noStrike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3365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01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Summation</a:t>
                      </a:r>
                      <a:endParaRPr sz="1550" u="none" cap="none" strike="noStrike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3365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01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Output</a:t>
                      </a:r>
                      <a:endParaRPr sz="1550" u="none" cap="none" strike="noStrike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3365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</a:tr>
              <a:tr h="300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solidFill>
                            <a:srgbClr val="01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-1</a:t>
                      </a:r>
                      <a:endParaRPr sz="1550" u="none" cap="none" strike="noStrike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3365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solidFill>
                            <a:srgbClr val="01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 sz="1550" u="none" cap="none" strike="noStrike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3365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solidFill>
                            <a:srgbClr val="01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 sz="1550" u="none" cap="none" strike="noStrike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3365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590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solidFill>
                            <a:srgbClr val="01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(-1*0.3) + (0*0.5) + (0*-0.4) = -0.3</a:t>
                      </a:r>
                      <a:endParaRPr sz="1550" u="none" cap="none" strike="noStrike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3365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solidFill>
                            <a:srgbClr val="01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 sz="1550" u="none" cap="none" strike="noStrike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3365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solidFill>
                            <a:srgbClr val="01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-1</a:t>
                      </a:r>
                      <a:endParaRPr sz="1550" u="none" cap="none" strike="noStrike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3365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solidFill>
                            <a:srgbClr val="01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 sz="1550" u="none" cap="none" strike="noStrike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3365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solidFill>
                            <a:srgbClr val="01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 sz="1550" u="none" cap="none" strike="noStrike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3365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590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solidFill>
                            <a:srgbClr val="01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(-1*0.3) + (0*0.5) + (1*-0.4) = -0.7</a:t>
                      </a:r>
                      <a:endParaRPr sz="1550" u="none" cap="none" strike="noStrike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3365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solidFill>
                            <a:srgbClr val="01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 sz="1550" u="none" cap="none" strike="noStrike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3365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solidFill>
                            <a:srgbClr val="01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-1</a:t>
                      </a:r>
                      <a:endParaRPr sz="1550" u="none" cap="none" strike="noStrike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3365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solidFill>
                            <a:srgbClr val="01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 sz="1550" u="none" cap="none" strike="noStrike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3365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solidFill>
                            <a:srgbClr val="01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 sz="1550" u="none" cap="none" strike="noStrike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3365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590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solidFill>
                            <a:srgbClr val="01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(-1*0.3) + (1*0.5) + (0*-0.4) = 0.2</a:t>
                      </a:r>
                      <a:endParaRPr sz="1550" u="none" cap="none" strike="noStrike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3365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solidFill>
                            <a:srgbClr val="01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 sz="1550" u="none" cap="none" strike="noStrike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3365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solidFill>
                            <a:srgbClr val="01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-1</a:t>
                      </a:r>
                      <a:endParaRPr sz="1550" u="none" cap="none" strike="noStrike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3365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solidFill>
                            <a:srgbClr val="01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 sz="1550" u="none" cap="none" strike="noStrike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3365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solidFill>
                            <a:srgbClr val="01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 sz="1550" u="none" cap="none" strike="noStrike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3365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590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solidFill>
                            <a:srgbClr val="01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(-1*0.3) + (1*0.5) + (1*-0.4) = -0.2</a:t>
                      </a:r>
                      <a:endParaRPr sz="1550" u="none" cap="none" strike="noStrike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3365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solidFill>
                            <a:srgbClr val="01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 sz="1550" u="none" cap="none" strike="noStrike"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3365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801" name="Google Shape;801;p42"/>
          <p:cNvGrpSpPr/>
          <p:nvPr/>
        </p:nvGrpSpPr>
        <p:grpSpPr>
          <a:xfrm>
            <a:off x="7378495" y="1460678"/>
            <a:ext cx="1260355" cy="2959366"/>
            <a:chOff x="7378495" y="1460678"/>
            <a:chExt cx="1260355" cy="2959366"/>
          </a:xfrm>
        </p:grpSpPr>
        <p:pic>
          <p:nvPicPr>
            <p:cNvPr id="802" name="Google Shape;802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378495" y="1460678"/>
              <a:ext cx="1260355" cy="20754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3" name="Google Shape;803;p42"/>
            <p:cNvSpPr/>
            <p:nvPr/>
          </p:nvSpPr>
          <p:spPr>
            <a:xfrm>
              <a:off x="8458200" y="3555009"/>
              <a:ext cx="0" cy="636270"/>
            </a:xfrm>
            <a:custGeom>
              <a:rect b="b" l="l" r="r" t="t"/>
              <a:pathLst>
                <a:path extrusionOk="0" h="636270" w="120000">
                  <a:moveTo>
                    <a:pt x="0" y="63599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F796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42"/>
            <p:cNvSpPr/>
            <p:nvPr/>
          </p:nvSpPr>
          <p:spPr>
            <a:xfrm>
              <a:off x="8413755" y="3555013"/>
              <a:ext cx="88900" cy="76200"/>
            </a:xfrm>
            <a:custGeom>
              <a:rect b="b" l="l" r="r" t="t"/>
              <a:pathLst>
                <a:path extrusionOk="0" h="76200" w="88900">
                  <a:moveTo>
                    <a:pt x="88900" y="76200"/>
                  </a:moveTo>
                  <a:lnTo>
                    <a:pt x="44450" y="0"/>
                  </a:lnTo>
                  <a:lnTo>
                    <a:pt x="0" y="76200"/>
                  </a:lnTo>
                </a:path>
              </a:pathLst>
            </a:custGeom>
            <a:noFill/>
            <a:ln cap="flat" cmpd="sng" w="19050">
              <a:solidFill>
                <a:srgbClr val="F796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42"/>
            <p:cNvSpPr/>
            <p:nvPr/>
          </p:nvSpPr>
          <p:spPr>
            <a:xfrm>
              <a:off x="7793959" y="3706939"/>
              <a:ext cx="0" cy="713105"/>
            </a:xfrm>
            <a:custGeom>
              <a:rect b="b" l="l" r="r" t="t"/>
              <a:pathLst>
                <a:path extrusionOk="0" h="713104" w="120000">
                  <a:moveTo>
                    <a:pt x="0" y="71266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F796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42"/>
            <p:cNvSpPr/>
            <p:nvPr/>
          </p:nvSpPr>
          <p:spPr>
            <a:xfrm>
              <a:off x="7749514" y="3706937"/>
              <a:ext cx="88900" cy="76200"/>
            </a:xfrm>
            <a:custGeom>
              <a:rect b="b" l="l" r="r" t="t"/>
              <a:pathLst>
                <a:path extrusionOk="0" h="76200" w="88900">
                  <a:moveTo>
                    <a:pt x="88900" y="76199"/>
                  </a:moveTo>
                  <a:lnTo>
                    <a:pt x="44450" y="0"/>
                  </a:lnTo>
                  <a:lnTo>
                    <a:pt x="0" y="76199"/>
                  </a:lnTo>
                </a:path>
              </a:pathLst>
            </a:custGeom>
            <a:noFill/>
            <a:ln cap="flat" cmpd="sng" w="19050">
              <a:solidFill>
                <a:srgbClr val="F796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7" name="Google Shape;807;p42"/>
          <p:cNvSpPr txBox="1"/>
          <p:nvPr/>
        </p:nvSpPr>
        <p:spPr>
          <a:xfrm>
            <a:off x="7457235" y="4096795"/>
            <a:ext cx="1355090" cy="535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67691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42"/>
          <p:cNvSpPr/>
          <p:nvPr/>
        </p:nvSpPr>
        <p:spPr>
          <a:xfrm>
            <a:off x="7477717" y="3328279"/>
            <a:ext cx="640715" cy="381635"/>
          </a:xfrm>
          <a:custGeom>
            <a:rect b="b" l="l" r="r" t="t"/>
            <a:pathLst>
              <a:path extrusionOk="0" h="381635" w="640715">
                <a:moveTo>
                  <a:pt x="640372" y="0"/>
                </a:moveTo>
                <a:lnTo>
                  <a:pt x="637873" y="74255"/>
                </a:lnTo>
                <a:lnTo>
                  <a:pt x="631059" y="134893"/>
                </a:lnTo>
                <a:lnTo>
                  <a:pt x="620955" y="175775"/>
                </a:lnTo>
                <a:lnTo>
                  <a:pt x="608584" y="190766"/>
                </a:lnTo>
                <a:lnTo>
                  <a:pt x="351980" y="190766"/>
                </a:lnTo>
                <a:lnTo>
                  <a:pt x="339601" y="205757"/>
                </a:lnTo>
                <a:lnTo>
                  <a:pt x="329493" y="246640"/>
                </a:lnTo>
                <a:lnTo>
                  <a:pt x="322678" y="307277"/>
                </a:lnTo>
                <a:lnTo>
                  <a:pt x="320179" y="381533"/>
                </a:lnTo>
                <a:lnTo>
                  <a:pt x="317682" y="307277"/>
                </a:lnTo>
                <a:lnTo>
                  <a:pt x="310872" y="246640"/>
                </a:lnTo>
                <a:lnTo>
                  <a:pt x="300768" y="205757"/>
                </a:lnTo>
                <a:lnTo>
                  <a:pt x="288391" y="190766"/>
                </a:lnTo>
                <a:lnTo>
                  <a:pt x="31788" y="190766"/>
                </a:lnTo>
                <a:lnTo>
                  <a:pt x="19416" y="175775"/>
                </a:lnTo>
                <a:lnTo>
                  <a:pt x="9312" y="134893"/>
                </a:lnTo>
                <a:lnTo>
                  <a:pt x="2498" y="74255"/>
                </a:ln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42"/>
          <p:cNvSpPr txBox="1"/>
          <p:nvPr>
            <p:ph idx="11" type="ftr"/>
          </p:nvPr>
        </p:nvSpPr>
        <p:spPr>
          <a:xfrm>
            <a:off x="3636422" y="6551115"/>
            <a:ext cx="1870075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CS419/619: Computer Vision</a:t>
            </a:r>
            <a:endParaRPr/>
          </a:p>
        </p:txBody>
      </p:sp>
      <p:sp>
        <p:nvSpPr>
          <p:cNvPr id="810" name="Google Shape;810;p42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43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3703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Learning in Neural Networks</a:t>
            </a:r>
            <a:endParaRPr/>
          </a:p>
        </p:txBody>
      </p:sp>
      <p:sp>
        <p:nvSpPr>
          <p:cNvPr id="816" name="Google Shape;816;p43"/>
          <p:cNvSpPr txBox="1"/>
          <p:nvPr>
            <p:ph idx="11" type="ftr"/>
          </p:nvPr>
        </p:nvSpPr>
        <p:spPr>
          <a:xfrm>
            <a:off x="3636422" y="6551115"/>
            <a:ext cx="1870075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CS419/619: Computer Vision</a:t>
            </a:r>
            <a:endParaRPr/>
          </a:p>
        </p:txBody>
      </p:sp>
      <p:sp>
        <p:nvSpPr>
          <p:cNvPr id="817" name="Google Shape;817;p43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8" name="Google Shape;818;p43"/>
          <p:cNvSpPr txBox="1"/>
          <p:nvPr/>
        </p:nvSpPr>
        <p:spPr>
          <a:xfrm>
            <a:off x="535940" y="973937"/>
            <a:ext cx="7612380" cy="4689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3E3E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 values of	weights from I/O pairs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3E3E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 with random weights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3E3E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training example’s input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3E3E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Observe computed output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3E3E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Modify weights to reduce difference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i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of	back propagation algorithm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3E3E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Iterate over all training examples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55600" marR="5080" rtl="0" algn="l">
              <a:lnSpc>
                <a:spcPct val="108124"/>
              </a:lnSpc>
              <a:spcBef>
                <a:spcPts val="81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3E3E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Terminate when weights stop changing OR when error is very small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44"/>
          <p:cNvSpPr txBox="1"/>
          <p:nvPr>
            <p:ph type="title"/>
          </p:nvPr>
        </p:nvSpPr>
        <p:spPr>
          <a:xfrm>
            <a:off x="1310766" y="124382"/>
            <a:ext cx="651827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Decision Boundary (or Surface)</a:t>
            </a:r>
            <a:endParaRPr/>
          </a:p>
        </p:txBody>
      </p:sp>
      <p:sp>
        <p:nvSpPr>
          <p:cNvPr id="824" name="Google Shape;824;p44"/>
          <p:cNvSpPr txBox="1"/>
          <p:nvPr/>
        </p:nvSpPr>
        <p:spPr>
          <a:xfrm>
            <a:off x="535940" y="1067816"/>
            <a:ext cx="5974080" cy="4633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4965" marR="57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50"/>
              <a:buFont typeface="Times New Roman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 decision boundary in classification is the 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surface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that separates different classes in a dataset.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8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55600" marR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50"/>
              <a:buFont typeface="Times New Roman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It defines the 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regions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where a 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classifier assigns labels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to data points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54965" marR="4445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FF0000"/>
              </a:buClr>
              <a:buSzPts val="2250"/>
              <a:buFont typeface="Times New Roman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For perceptron, decision boundary is a line (2D data), plane (3D data) or hyperplane (n-D data)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25" name="Google Shape;8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2024" y="3226356"/>
            <a:ext cx="186956" cy="2315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6" name="Google Shape;826;p44"/>
          <p:cNvGrpSpPr/>
          <p:nvPr/>
        </p:nvGrpSpPr>
        <p:grpSpPr>
          <a:xfrm>
            <a:off x="7030516" y="2132799"/>
            <a:ext cx="177800" cy="224154"/>
            <a:chOff x="7030516" y="2132799"/>
            <a:chExt cx="177800" cy="224154"/>
          </a:xfrm>
        </p:grpSpPr>
        <p:sp>
          <p:nvSpPr>
            <p:cNvPr id="827" name="Google Shape;827;p44"/>
            <p:cNvSpPr/>
            <p:nvPr/>
          </p:nvSpPr>
          <p:spPr>
            <a:xfrm>
              <a:off x="7030516" y="2132799"/>
              <a:ext cx="177800" cy="224154"/>
            </a:xfrm>
            <a:custGeom>
              <a:rect b="b" l="l" r="r" t="t"/>
              <a:pathLst>
                <a:path extrusionOk="0" h="224155" w="177800">
                  <a:moveTo>
                    <a:pt x="177431" y="0"/>
                  </a:moveTo>
                  <a:lnTo>
                    <a:pt x="0" y="0"/>
                  </a:lnTo>
                  <a:lnTo>
                    <a:pt x="0" y="223989"/>
                  </a:lnTo>
                  <a:lnTo>
                    <a:pt x="177431" y="223989"/>
                  </a:lnTo>
                  <a:lnTo>
                    <a:pt x="177431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44"/>
            <p:cNvSpPr/>
            <p:nvPr/>
          </p:nvSpPr>
          <p:spPr>
            <a:xfrm>
              <a:off x="7030516" y="2132799"/>
              <a:ext cx="177800" cy="224154"/>
            </a:xfrm>
            <a:custGeom>
              <a:rect b="b" l="l" r="r" t="t"/>
              <a:pathLst>
                <a:path extrusionOk="0" h="224155" w="177800">
                  <a:moveTo>
                    <a:pt x="0" y="0"/>
                  </a:moveTo>
                  <a:lnTo>
                    <a:pt x="177431" y="0"/>
                  </a:lnTo>
                  <a:lnTo>
                    <a:pt x="177431" y="223989"/>
                  </a:lnTo>
                  <a:lnTo>
                    <a:pt x="0" y="22398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9" name="Google Shape;829;p44"/>
          <p:cNvGrpSpPr/>
          <p:nvPr/>
        </p:nvGrpSpPr>
        <p:grpSpPr>
          <a:xfrm>
            <a:off x="7333551" y="2179954"/>
            <a:ext cx="177800" cy="222250"/>
            <a:chOff x="7333551" y="2179954"/>
            <a:chExt cx="177800" cy="222250"/>
          </a:xfrm>
        </p:grpSpPr>
        <p:sp>
          <p:nvSpPr>
            <p:cNvPr id="830" name="Google Shape;830;p44"/>
            <p:cNvSpPr/>
            <p:nvPr/>
          </p:nvSpPr>
          <p:spPr>
            <a:xfrm>
              <a:off x="7333551" y="2179954"/>
              <a:ext cx="177800" cy="222250"/>
            </a:xfrm>
            <a:custGeom>
              <a:rect b="b" l="l" r="r" t="t"/>
              <a:pathLst>
                <a:path extrusionOk="0" h="222250" w="177800">
                  <a:moveTo>
                    <a:pt x="177431" y="0"/>
                  </a:moveTo>
                  <a:lnTo>
                    <a:pt x="0" y="0"/>
                  </a:lnTo>
                  <a:lnTo>
                    <a:pt x="0" y="222021"/>
                  </a:lnTo>
                  <a:lnTo>
                    <a:pt x="177431" y="222021"/>
                  </a:lnTo>
                  <a:lnTo>
                    <a:pt x="177431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44"/>
            <p:cNvSpPr/>
            <p:nvPr/>
          </p:nvSpPr>
          <p:spPr>
            <a:xfrm>
              <a:off x="7333551" y="2179954"/>
              <a:ext cx="177800" cy="222250"/>
            </a:xfrm>
            <a:custGeom>
              <a:rect b="b" l="l" r="r" t="t"/>
              <a:pathLst>
                <a:path extrusionOk="0" h="222250" w="177800">
                  <a:moveTo>
                    <a:pt x="0" y="0"/>
                  </a:moveTo>
                  <a:lnTo>
                    <a:pt x="177431" y="0"/>
                  </a:lnTo>
                  <a:lnTo>
                    <a:pt x="177431" y="222021"/>
                  </a:lnTo>
                  <a:lnTo>
                    <a:pt x="0" y="22202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2" name="Google Shape;832;p44"/>
          <p:cNvGrpSpPr/>
          <p:nvPr/>
        </p:nvGrpSpPr>
        <p:grpSpPr>
          <a:xfrm>
            <a:off x="7944357" y="2099398"/>
            <a:ext cx="177800" cy="222250"/>
            <a:chOff x="7944357" y="2099398"/>
            <a:chExt cx="177800" cy="222250"/>
          </a:xfrm>
        </p:grpSpPr>
        <p:sp>
          <p:nvSpPr>
            <p:cNvPr id="833" name="Google Shape;833;p44"/>
            <p:cNvSpPr/>
            <p:nvPr/>
          </p:nvSpPr>
          <p:spPr>
            <a:xfrm>
              <a:off x="7944357" y="2099398"/>
              <a:ext cx="177800" cy="222250"/>
            </a:xfrm>
            <a:custGeom>
              <a:rect b="b" l="l" r="r" t="t"/>
              <a:pathLst>
                <a:path extrusionOk="0" h="222250" w="177800">
                  <a:moveTo>
                    <a:pt x="177431" y="0"/>
                  </a:moveTo>
                  <a:lnTo>
                    <a:pt x="0" y="0"/>
                  </a:lnTo>
                  <a:lnTo>
                    <a:pt x="0" y="222021"/>
                  </a:lnTo>
                  <a:lnTo>
                    <a:pt x="177431" y="222021"/>
                  </a:lnTo>
                  <a:lnTo>
                    <a:pt x="177431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44"/>
            <p:cNvSpPr/>
            <p:nvPr/>
          </p:nvSpPr>
          <p:spPr>
            <a:xfrm>
              <a:off x="7944357" y="2099398"/>
              <a:ext cx="177800" cy="222250"/>
            </a:xfrm>
            <a:custGeom>
              <a:rect b="b" l="l" r="r" t="t"/>
              <a:pathLst>
                <a:path extrusionOk="0" h="222250" w="177800">
                  <a:moveTo>
                    <a:pt x="0" y="0"/>
                  </a:moveTo>
                  <a:lnTo>
                    <a:pt x="177431" y="0"/>
                  </a:lnTo>
                  <a:lnTo>
                    <a:pt x="177431" y="222021"/>
                  </a:lnTo>
                  <a:lnTo>
                    <a:pt x="0" y="22202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5" name="Google Shape;835;p44"/>
          <p:cNvGrpSpPr/>
          <p:nvPr/>
        </p:nvGrpSpPr>
        <p:grpSpPr>
          <a:xfrm>
            <a:off x="6061709" y="2219252"/>
            <a:ext cx="2849880" cy="896771"/>
            <a:chOff x="6061709" y="2219252"/>
            <a:chExt cx="2849880" cy="896771"/>
          </a:xfrm>
        </p:grpSpPr>
        <p:sp>
          <p:nvSpPr>
            <p:cNvPr id="836" name="Google Shape;836;p44"/>
            <p:cNvSpPr/>
            <p:nvPr/>
          </p:nvSpPr>
          <p:spPr>
            <a:xfrm>
              <a:off x="6061709" y="2219252"/>
              <a:ext cx="2849880" cy="892175"/>
            </a:xfrm>
            <a:custGeom>
              <a:rect b="b" l="l" r="r" t="t"/>
              <a:pathLst>
                <a:path extrusionOk="0" h="892175" w="2849879">
                  <a:moveTo>
                    <a:pt x="0" y="0"/>
                  </a:moveTo>
                  <a:lnTo>
                    <a:pt x="2849880" y="892009"/>
                  </a:lnTo>
                </a:path>
              </a:pathLst>
            </a:custGeom>
            <a:noFill/>
            <a:ln cap="flat" cmpd="sng" w="28575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37" name="Google Shape;837;p4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769811" y="2660496"/>
              <a:ext cx="186956" cy="2315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8" name="Google Shape;838;p4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088558" y="2741052"/>
              <a:ext cx="188518" cy="2315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9" name="Google Shape;839;p4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413377" y="2660496"/>
              <a:ext cx="186956" cy="2315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0" name="Google Shape;840;p4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372761" y="2882521"/>
              <a:ext cx="186956" cy="2335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1" name="Google Shape;841;p44"/>
            <p:cNvSpPr/>
            <p:nvPr/>
          </p:nvSpPr>
          <p:spPr>
            <a:xfrm>
              <a:off x="7635036" y="2441270"/>
              <a:ext cx="177800" cy="224154"/>
            </a:xfrm>
            <a:custGeom>
              <a:rect b="b" l="l" r="r" t="t"/>
              <a:pathLst>
                <a:path extrusionOk="0" h="224155" w="177800">
                  <a:moveTo>
                    <a:pt x="177431" y="0"/>
                  </a:moveTo>
                  <a:lnTo>
                    <a:pt x="0" y="0"/>
                  </a:lnTo>
                  <a:lnTo>
                    <a:pt x="0" y="223989"/>
                  </a:lnTo>
                  <a:lnTo>
                    <a:pt x="177431" y="223989"/>
                  </a:lnTo>
                  <a:lnTo>
                    <a:pt x="177431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44"/>
            <p:cNvSpPr/>
            <p:nvPr/>
          </p:nvSpPr>
          <p:spPr>
            <a:xfrm>
              <a:off x="7635036" y="2441270"/>
              <a:ext cx="177800" cy="224154"/>
            </a:xfrm>
            <a:custGeom>
              <a:rect b="b" l="l" r="r" t="t"/>
              <a:pathLst>
                <a:path extrusionOk="0" h="224155" w="177800">
                  <a:moveTo>
                    <a:pt x="0" y="0"/>
                  </a:moveTo>
                  <a:lnTo>
                    <a:pt x="177431" y="0"/>
                  </a:lnTo>
                  <a:lnTo>
                    <a:pt x="177431" y="223989"/>
                  </a:lnTo>
                  <a:lnTo>
                    <a:pt x="0" y="22398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3" name="Google Shape;843;p44"/>
          <p:cNvSpPr txBox="1"/>
          <p:nvPr>
            <p:ph idx="11" type="ftr"/>
          </p:nvPr>
        </p:nvSpPr>
        <p:spPr>
          <a:xfrm>
            <a:off x="3636422" y="6551115"/>
            <a:ext cx="1870075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CS419/619: Computer Vision</a:t>
            </a:r>
            <a:endParaRPr/>
          </a:p>
        </p:txBody>
      </p:sp>
      <p:sp>
        <p:nvSpPr>
          <p:cNvPr id="844" name="Google Shape;844;p44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45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476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Linear Separability</a:t>
            </a:r>
            <a:endParaRPr/>
          </a:p>
        </p:txBody>
      </p:sp>
      <p:sp>
        <p:nvSpPr>
          <p:cNvPr id="850" name="Google Shape;850;p45"/>
          <p:cNvSpPr txBox="1"/>
          <p:nvPr/>
        </p:nvSpPr>
        <p:spPr>
          <a:xfrm>
            <a:off x="535940" y="1063244"/>
            <a:ext cx="8056880" cy="148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900" lvl="0" marL="355600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Data where samples of different classes can be separated using is a line (in 2D data), plane (in 3D data) or hyperplane (in n-D data)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51" name="Google Shape;851;p45"/>
          <p:cNvGrpSpPr/>
          <p:nvPr/>
        </p:nvGrpSpPr>
        <p:grpSpPr>
          <a:xfrm>
            <a:off x="2057400" y="2857498"/>
            <a:ext cx="3657602" cy="3314701"/>
            <a:chOff x="2057400" y="2857498"/>
            <a:chExt cx="3657602" cy="3314701"/>
          </a:xfrm>
        </p:grpSpPr>
        <p:sp>
          <p:nvSpPr>
            <p:cNvPr id="852" name="Google Shape;852;p45"/>
            <p:cNvSpPr/>
            <p:nvPr/>
          </p:nvSpPr>
          <p:spPr>
            <a:xfrm>
              <a:off x="2743200" y="2920999"/>
              <a:ext cx="0" cy="3251200"/>
            </a:xfrm>
            <a:custGeom>
              <a:rect b="b" l="l" r="r" t="t"/>
              <a:pathLst>
                <a:path extrusionOk="0" h="3251200" w="120000">
                  <a:moveTo>
                    <a:pt x="0" y="325120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45"/>
            <p:cNvSpPr/>
            <p:nvPr/>
          </p:nvSpPr>
          <p:spPr>
            <a:xfrm>
              <a:off x="2705105" y="2857498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45"/>
            <p:cNvSpPr/>
            <p:nvPr/>
          </p:nvSpPr>
          <p:spPr>
            <a:xfrm>
              <a:off x="2057400" y="5715000"/>
              <a:ext cx="3594100" cy="0"/>
            </a:xfrm>
            <a:custGeom>
              <a:rect b="b" l="l" r="r" t="t"/>
              <a:pathLst>
                <a:path extrusionOk="0" h="120000" w="3594100">
                  <a:moveTo>
                    <a:pt x="0" y="0"/>
                  </a:moveTo>
                  <a:lnTo>
                    <a:pt x="359410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45"/>
            <p:cNvSpPr/>
            <p:nvPr/>
          </p:nvSpPr>
          <p:spPr>
            <a:xfrm>
              <a:off x="5638802" y="5676897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6" name="Google Shape;856;p45"/>
          <p:cNvSpPr txBox="1"/>
          <p:nvPr/>
        </p:nvSpPr>
        <p:spPr>
          <a:xfrm>
            <a:off x="2305051" y="2888519"/>
            <a:ext cx="329565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aseline="-25000" lang="en-US" sz="2100">
                <a:latin typeface="Tahoma"/>
                <a:ea typeface="Tahoma"/>
                <a:cs typeface="Tahoma"/>
                <a:sym typeface="Tahoma"/>
              </a:rPr>
              <a:t>1</a:t>
            </a:r>
            <a:endParaRPr baseline="-25000" sz="2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57" name="Google Shape;857;p45"/>
          <p:cNvSpPr txBox="1"/>
          <p:nvPr/>
        </p:nvSpPr>
        <p:spPr>
          <a:xfrm>
            <a:off x="5759451" y="5574569"/>
            <a:ext cx="180340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Tahoma"/>
                <a:ea typeface="Tahoma"/>
                <a:cs typeface="Tahoma"/>
                <a:sym typeface="Tahoma"/>
              </a:rPr>
              <a:t>X</a:t>
            </a:r>
            <a:endParaRPr sz="2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58" name="Google Shape;858;p45"/>
          <p:cNvSpPr txBox="1"/>
          <p:nvPr/>
        </p:nvSpPr>
        <p:spPr>
          <a:xfrm>
            <a:off x="5914899" y="5728493"/>
            <a:ext cx="123189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2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59" name="Google Shape;859;p45"/>
          <p:cNvSpPr txBox="1"/>
          <p:nvPr/>
        </p:nvSpPr>
        <p:spPr>
          <a:xfrm>
            <a:off x="2273301" y="5281199"/>
            <a:ext cx="218440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0" name="Google Shape;860;p45"/>
          <p:cNvSpPr txBox="1"/>
          <p:nvPr/>
        </p:nvSpPr>
        <p:spPr>
          <a:xfrm>
            <a:off x="4445001" y="5831602"/>
            <a:ext cx="1784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79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1" name="Google Shape;861;p45"/>
          <p:cNvSpPr txBox="1"/>
          <p:nvPr/>
        </p:nvSpPr>
        <p:spPr>
          <a:xfrm>
            <a:off x="2959101" y="3338099"/>
            <a:ext cx="218440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2" name="Google Shape;862;p45"/>
          <p:cNvSpPr txBox="1"/>
          <p:nvPr/>
        </p:nvSpPr>
        <p:spPr>
          <a:xfrm>
            <a:off x="2844687" y="4766811"/>
            <a:ext cx="218440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3" name="Google Shape;863;p45"/>
          <p:cNvSpPr txBox="1"/>
          <p:nvPr/>
        </p:nvSpPr>
        <p:spPr>
          <a:xfrm>
            <a:off x="2330222" y="4138199"/>
            <a:ext cx="218440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4" name="Google Shape;864;p45"/>
          <p:cNvSpPr txBox="1"/>
          <p:nvPr/>
        </p:nvSpPr>
        <p:spPr>
          <a:xfrm>
            <a:off x="3644786" y="3852564"/>
            <a:ext cx="218440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5" name="Google Shape;865;p45"/>
          <p:cNvSpPr txBox="1"/>
          <p:nvPr/>
        </p:nvSpPr>
        <p:spPr>
          <a:xfrm>
            <a:off x="3930422" y="3052464"/>
            <a:ext cx="218440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6" name="Google Shape;866;p45"/>
          <p:cNvSpPr txBox="1"/>
          <p:nvPr/>
        </p:nvSpPr>
        <p:spPr>
          <a:xfrm>
            <a:off x="4273398" y="3223952"/>
            <a:ext cx="218440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7" name="Google Shape;867;p45"/>
          <p:cNvSpPr/>
          <p:nvPr/>
        </p:nvSpPr>
        <p:spPr>
          <a:xfrm>
            <a:off x="2800350" y="3028950"/>
            <a:ext cx="2686050" cy="3143250"/>
          </a:xfrm>
          <a:custGeom>
            <a:rect b="b" l="l" r="r" t="t"/>
            <a:pathLst>
              <a:path extrusionOk="0" h="3143250" w="2686050">
                <a:moveTo>
                  <a:pt x="0" y="3143250"/>
                </a:moveTo>
                <a:lnTo>
                  <a:pt x="2686050" y="0"/>
                </a:lnTo>
              </a:path>
            </a:pathLst>
          </a:custGeom>
          <a:noFill/>
          <a:ln cap="flat" cmpd="sng" w="25400">
            <a:solidFill>
              <a:srgbClr val="500093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45"/>
          <p:cNvSpPr txBox="1"/>
          <p:nvPr/>
        </p:nvSpPr>
        <p:spPr>
          <a:xfrm>
            <a:off x="3759201" y="5317252"/>
            <a:ext cx="1784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79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9" name="Google Shape;869;p45"/>
          <p:cNvSpPr txBox="1"/>
          <p:nvPr/>
        </p:nvSpPr>
        <p:spPr>
          <a:xfrm>
            <a:off x="4387851" y="4802902"/>
            <a:ext cx="1784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79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0" name="Google Shape;870;p45"/>
          <p:cNvSpPr txBox="1"/>
          <p:nvPr/>
        </p:nvSpPr>
        <p:spPr>
          <a:xfrm>
            <a:off x="4845051" y="5260102"/>
            <a:ext cx="1784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79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1" name="Google Shape;871;p45"/>
          <p:cNvSpPr txBox="1"/>
          <p:nvPr/>
        </p:nvSpPr>
        <p:spPr>
          <a:xfrm>
            <a:off x="5245101" y="4117102"/>
            <a:ext cx="464184" cy="75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98450" rtl="0" algn="l">
              <a:lnSpc>
                <a:spcPct val="9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79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9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79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4150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79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2" name="Google Shape;872;p45"/>
          <p:cNvSpPr txBox="1"/>
          <p:nvPr/>
        </p:nvSpPr>
        <p:spPr>
          <a:xfrm>
            <a:off x="5187951" y="3545602"/>
            <a:ext cx="1784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79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73" name="Google Shape;873;p45"/>
          <p:cNvGrpSpPr/>
          <p:nvPr/>
        </p:nvGrpSpPr>
        <p:grpSpPr>
          <a:xfrm>
            <a:off x="6196584" y="3284220"/>
            <a:ext cx="1714498" cy="1045463"/>
            <a:chOff x="6196584" y="3284220"/>
            <a:chExt cx="1714498" cy="1045463"/>
          </a:xfrm>
        </p:grpSpPr>
        <p:pic>
          <p:nvPicPr>
            <p:cNvPr id="874" name="Google Shape;874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259068" y="3284220"/>
              <a:ext cx="1588007" cy="6797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5" name="Google Shape;875;p4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96584" y="3649980"/>
              <a:ext cx="1714498" cy="6797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76" name="Google Shape;876;p45"/>
          <p:cNvSpPr txBox="1"/>
          <p:nvPr/>
        </p:nvSpPr>
        <p:spPr>
          <a:xfrm>
            <a:off x="6374288" y="3355816"/>
            <a:ext cx="1335405" cy="75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6223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60093"/>
                </a:solidFill>
                <a:latin typeface="Comic Sans MS"/>
                <a:ea typeface="Comic Sans MS"/>
                <a:cs typeface="Comic Sans MS"/>
                <a:sym typeface="Comic Sans MS"/>
              </a:rPr>
              <a:t>Decision Boundary</a:t>
            </a:r>
            <a:endParaRPr sz="24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877" name="Google Shape;877;p45"/>
          <p:cNvGrpSpPr/>
          <p:nvPr/>
        </p:nvGrpSpPr>
        <p:grpSpPr>
          <a:xfrm>
            <a:off x="5292944" y="3314697"/>
            <a:ext cx="3137823" cy="2548129"/>
            <a:chOff x="5292944" y="3314697"/>
            <a:chExt cx="3137823" cy="2548129"/>
          </a:xfrm>
        </p:grpSpPr>
        <p:sp>
          <p:nvSpPr>
            <p:cNvPr id="878" name="Google Shape;878;p45"/>
            <p:cNvSpPr/>
            <p:nvPr/>
          </p:nvSpPr>
          <p:spPr>
            <a:xfrm>
              <a:off x="5328117" y="3377691"/>
              <a:ext cx="960119" cy="337185"/>
            </a:xfrm>
            <a:custGeom>
              <a:rect b="b" l="l" r="r" t="t"/>
              <a:pathLst>
                <a:path extrusionOk="0" h="337185" w="960120">
                  <a:moveTo>
                    <a:pt x="959573" y="337058"/>
                  </a:moveTo>
                  <a:lnTo>
                    <a:pt x="894034" y="336162"/>
                  </a:lnTo>
                  <a:lnTo>
                    <a:pt x="829661" y="333512"/>
                  </a:lnTo>
                  <a:lnTo>
                    <a:pt x="766593" y="329166"/>
                  </a:lnTo>
                  <a:lnTo>
                    <a:pt x="704966" y="323181"/>
                  </a:lnTo>
                  <a:lnTo>
                    <a:pt x="644920" y="315613"/>
                  </a:lnTo>
                  <a:lnTo>
                    <a:pt x="586594" y="306519"/>
                  </a:lnTo>
                  <a:lnTo>
                    <a:pt x="530124" y="295956"/>
                  </a:lnTo>
                  <a:lnTo>
                    <a:pt x="475651" y="283981"/>
                  </a:lnTo>
                  <a:lnTo>
                    <a:pt x="423311" y="270652"/>
                  </a:lnTo>
                  <a:lnTo>
                    <a:pt x="373243" y="256025"/>
                  </a:lnTo>
                  <a:lnTo>
                    <a:pt x="325586" y="240157"/>
                  </a:lnTo>
                  <a:lnTo>
                    <a:pt x="280478" y="223104"/>
                  </a:lnTo>
                  <a:lnTo>
                    <a:pt x="238057" y="204925"/>
                  </a:lnTo>
                  <a:lnTo>
                    <a:pt x="198461" y="185676"/>
                  </a:lnTo>
                  <a:lnTo>
                    <a:pt x="161828" y="165414"/>
                  </a:lnTo>
                  <a:lnTo>
                    <a:pt x="128298" y="144196"/>
                  </a:lnTo>
                  <a:lnTo>
                    <a:pt x="71096" y="99119"/>
                  </a:lnTo>
                  <a:lnTo>
                    <a:pt x="27961" y="50902"/>
                  </a:lnTo>
                  <a:lnTo>
                    <a:pt x="12014" y="25758"/>
                  </a:ln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45"/>
            <p:cNvSpPr/>
            <p:nvPr/>
          </p:nvSpPr>
          <p:spPr>
            <a:xfrm>
              <a:off x="5292944" y="3314697"/>
              <a:ext cx="74930" cy="82550"/>
            </a:xfrm>
            <a:custGeom>
              <a:rect b="b" l="l" r="r" t="t"/>
              <a:pathLst>
                <a:path extrusionOk="0" h="82550" w="74929">
                  <a:moveTo>
                    <a:pt x="23190" y="0"/>
                  </a:moveTo>
                  <a:lnTo>
                    <a:pt x="0" y="81978"/>
                  </a:lnTo>
                  <a:lnTo>
                    <a:pt x="74853" y="67741"/>
                  </a:lnTo>
                  <a:lnTo>
                    <a:pt x="231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80" name="Google Shape;880;p4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001512" y="5074919"/>
              <a:ext cx="2429255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1" name="Google Shape;881;p4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701028" y="5349239"/>
              <a:ext cx="1676399" cy="51358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82" name="Google Shape;882;p45"/>
          <p:cNvSpPr txBox="1"/>
          <p:nvPr/>
        </p:nvSpPr>
        <p:spPr>
          <a:xfrm>
            <a:off x="6132783" y="5123210"/>
            <a:ext cx="209359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An example of linearly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508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separable data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45"/>
          <p:cNvSpPr txBox="1"/>
          <p:nvPr>
            <p:ph idx="11" type="ftr"/>
          </p:nvPr>
        </p:nvSpPr>
        <p:spPr>
          <a:xfrm>
            <a:off x="3636422" y="6551115"/>
            <a:ext cx="1870075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CS419/619: Computer Vision</a:t>
            </a:r>
            <a:endParaRPr/>
          </a:p>
        </p:txBody>
      </p:sp>
      <p:sp>
        <p:nvSpPr>
          <p:cNvPr id="884" name="Google Shape;884;p45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46"/>
          <p:cNvSpPr txBox="1"/>
          <p:nvPr>
            <p:ph type="title"/>
          </p:nvPr>
        </p:nvSpPr>
        <p:spPr>
          <a:xfrm>
            <a:off x="1140110" y="124382"/>
            <a:ext cx="685927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Decision Surface of	a Perceptron</a:t>
            </a:r>
            <a:endParaRPr/>
          </a:p>
        </p:txBody>
      </p:sp>
      <p:sp>
        <p:nvSpPr>
          <p:cNvPr id="890" name="Google Shape;890;p46"/>
          <p:cNvSpPr txBox="1"/>
          <p:nvPr/>
        </p:nvSpPr>
        <p:spPr>
          <a:xfrm>
            <a:off x="510540" y="3771392"/>
            <a:ext cx="8087995" cy="2128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4125">
            <a:spAutoFit/>
          </a:bodyPr>
          <a:lstStyle/>
          <a:p>
            <a:pPr indent="-342900" lvl="0" marL="381000" marR="103251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Perceptron is able to represent some useful functions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380365" rtl="0" algn="l">
              <a:lnSpc>
                <a:spcPct val="100333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AND(x</a:t>
            </a:r>
            <a:r>
              <a:rPr baseline="-25000" lang="en-US" sz="3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,x</a:t>
            </a:r>
            <a:r>
              <a:rPr baseline="-25000" lang="en-US" sz="3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) choose weights w</a:t>
            </a:r>
            <a:r>
              <a:rPr baseline="-25000" lang="en-US" sz="30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=-1.5, w</a:t>
            </a:r>
            <a:r>
              <a:rPr baseline="-25000" lang="en-US" sz="3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=1, w</a:t>
            </a:r>
            <a:r>
              <a:rPr baseline="-25000" lang="en-US" sz="3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=1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81000" marR="147955" rtl="0" algn="l">
              <a:lnSpc>
                <a:spcPct val="108000"/>
              </a:lnSpc>
              <a:spcBef>
                <a:spcPts val="229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But functions that are </a:t>
            </a:r>
            <a:r>
              <a:rPr lang="en-US" sz="30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linearly separable</a:t>
            </a:r>
            <a:r>
              <a:rPr lang="en-US" sz="3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(e.g. XOR) are not representable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91" name="Google Shape;891;p46"/>
          <p:cNvGrpSpPr/>
          <p:nvPr/>
        </p:nvGrpSpPr>
        <p:grpSpPr>
          <a:xfrm>
            <a:off x="2138956" y="1409702"/>
            <a:ext cx="1543048" cy="1428747"/>
            <a:chOff x="2138956" y="1409702"/>
            <a:chExt cx="1543048" cy="1428747"/>
          </a:xfrm>
        </p:grpSpPr>
        <p:sp>
          <p:nvSpPr>
            <p:cNvPr id="892" name="Google Shape;892;p46"/>
            <p:cNvSpPr/>
            <p:nvPr/>
          </p:nvSpPr>
          <p:spPr>
            <a:xfrm>
              <a:off x="2824756" y="1504949"/>
              <a:ext cx="0" cy="1333500"/>
            </a:xfrm>
            <a:custGeom>
              <a:rect b="b" l="l" r="r" t="t"/>
              <a:pathLst>
                <a:path extrusionOk="0" h="1333500" w="120000">
                  <a:moveTo>
                    <a:pt x="0" y="0"/>
                  </a:moveTo>
                  <a:lnTo>
                    <a:pt x="0" y="133350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46"/>
            <p:cNvSpPr/>
            <p:nvPr/>
          </p:nvSpPr>
          <p:spPr>
            <a:xfrm>
              <a:off x="2767611" y="1409702"/>
              <a:ext cx="114300" cy="114300"/>
            </a:xfrm>
            <a:custGeom>
              <a:rect b="b" l="l" r="r" t="t"/>
              <a:pathLst>
                <a:path extrusionOk="0" h="114300" w="114300">
                  <a:moveTo>
                    <a:pt x="57150" y="0"/>
                  </a:moveTo>
                  <a:lnTo>
                    <a:pt x="0" y="114300"/>
                  </a:lnTo>
                  <a:lnTo>
                    <a:pt x="114300" y="11430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46"/>
            <p:cNvSpPr/>
            <p:nvPr/>
          </p:nvSpPr>
          <p:spPr>
            <a:xfrm>
              <a:off x="2138956" y="2209800"/>
              <a:ext cx="1447800" cy="0"/>
            </a:xfrm>
            <a:custGeom>
              <a:rect b="b" l="l" r="r" t="t"/>
              <a:pathLst>
                <a:path extrusionOk="0" h="120000" w="1447800">
                  <a:moveTo>
                    <a:pt x="144780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46"/>
            <p:cNvSpPr/>
            <p:nvPr/>
          </p:nvSpPr>
          <p:spPr>
            <a:xfrm>
              <a:off x="3567704" y="2152644"/>
              <a:ext cx="114300" cy="114300"/>
            </a:xfrm>
            <a:custGeom>
              <a:rect b="b" l="l" r="r" t="t"/>
              <a:pathLst>
                <a:path extrusionOk="0" h="114300" w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6" name="Google Shape;896;p46"/>
          <p:cNvSpPr txBox="1"/>
          <p:nvPr/>
        </p:nvSpPr>
        <p:spPr>
          <a:xfrm>
            <a:off x="3087646" y="1384046"/>
            <a:ext cx="16637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+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97" name="Google Shape;897;p46"/>
          <p:cNvSpPr txBox="1"/>
          <p:nvPr/>
        </p:nvSpPr>
        <p:spPr>
          <a:xfrm>
            <a:off x="2560596" y="1784096"/>
            <a:ext cx="19177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+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98" name="Google Shape;898;p46"/>
          <p:cNvSpPr txBox="1"/>
          <p:nvPr/>
        </p:nvSpPr>
        <p:spPr>
          <a:xfrm>
            <a:off x="2446296" y="1612646"/>
            <a:ext cx="19177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+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99" name="Google Shape;899;p46"/>
          <p:cNvSpPr txBox="1"/>
          <p:nvPr/>
        </p:nvSpPr>
        <p:spPr>
          <a:xfrm>
            <a:off x="2274846" y="2298446"/>
            <a:ext cx="19177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+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00" name="Google Shape;900;p46"/>
          <p:cNvSpPr txBox="1"/>
          <p:nvPr/>
        </p:nvSpPr>
        <p:spPr>
          <a:xfrm>
            <a:off x="2903496" y="2355596"/>
            <a:ext cx="1085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-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01" name="Google Shape;901;p46"/>
          <p:cNvSpPr txBox="1"/>
          <p:nvPr/>
        </p:nvSpPr>
        <p:spPr>
          <a:xfrm>
            <a:off x="3087646" y="1898396"/>
            <a:ext cx="831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-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02" name="Google Shape;902;p46"/>
          <p:cNvSpPr txBox="1"/>
          <p:nvPr/>
        </p:nvSpPr>
        <p:spPr>
          <a:xfrm>
            <a:off x="3303546" y="2641346"/>
            <a:ext cx="1085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-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03" name="Google Shape;903;p46"/>
          <p:cNvSpPr txBox="1"/>
          <p:nvPr/>
        </p:nvSpPr>
        <p:spPr>
          <a:xfrm>
            <a:off x="3532146" y="1841246"/>
            <a:ext cx="1085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-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04" name="Google Shape;904;p46"/>
          <p:cNvSpPr txBox="1"/>
          <p:nvPr/>
        </p:nvSpPr>
        <p:spPr>
          <a:xfrm>
            <a:off x="3780609" y="2037613"/>
            <a:ext cx="2724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aseline="-25000" lang="en-US" sz="1800">
                <a:latin typeface="Tahoma"/>
                <a:ea typeface="Tahoma"/>
                <a:cs typeface="Tahoma"/>
                <a:sym typeface="Tahoma"/>
              </a:rPr>
              <a:t>1</a:t>
            </a:r>
            <a:endParaRPr baseline="-25000"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05" name="Google Shape;905;p46"/>
          <p:cNvSpPr txBox="1"/>
          <p:nvPr/>
        </p:nvSpPr>
        <p:spPr>
          <a:xfrm>
            <a:off x="2820946" y="1098296"/>
            <a:ext cx="2724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aseline="-25000" lang="en-US" sz="1800">
                <a:latin typeface="Tahoma"/>
                <a:ea typeface="Tahoma"/>
                <a:cs typeface="Tahoma"/>
                <a:sym typeface="Tahoma"/>
              </a:rPr>
              <a:t>2</a:t>
            </a:r>
            <a:endParaRPr baseline="-25000"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06" name="Google Shape;906;p46"/>
          <p:cNvSpPr/>
          <p:nvPr/>
        </p:nvSpPr>
        <p:spPr>
          <a:xfrm>
            <a:off x="2196106" y="1181100"/>
            <a:ext cx="1371600" cy="1657350"/>
          </a:xfrm>
          <a:custGeom>
            <a:rect b="b" l="l" r="r" t="t"/>
            <a:pathLst>
              <a:path extrusionOk="0" h="1657350" w="1371600">
                <a:moveTo>
                  <a:pt x="0" y="1657350"/>
                </a:moveTo>
                <a:lnTo>
                  <a:pt x="1371600" y="0"/>
                </a:lnTo>
              </a:path>
            </a:pathLst>
          </a:custGeom>
          <a:noFill/>
          <a:ln cap="flat" cmpd="sng" w="571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7" name="Google Shape;907;p46"/>
          <p:cNvGrpSpPr/>
          <p:nvPr/>
        </p:nvGrpSpPr>
        <p:grpSpPr>
          <a:xfrm>
            <a:off x="5282207" y="1352552"/>
            <a:ext cx="1543047" cy="1428747"/>
            <a:chOff x="5282207" y="1352552"/>
            <a:chExt cx="1543047" cy="1428747"/>
          </a:xfrm>
        </p:grpSpPr>
        <p:sp>
          <p:nvSpPr>
            <p:cNvPr id="908" name="Google Shape;908;p46"/>
            <p:cNvSpPr/>
            <p:nvPr/>
          </p:nvSpPr>
          <p:spPr>
            <a:xfrm>
              <a:off x="5968007" y="1447799"/>
              <a:ext cx="0" cy="1333500"/>
            </a:xfrm>
            <a:custGeom>
              <a:rect b="b" l="l" r="r" t="t"/>
              <a:pathLst>
                <a:path extrusionOk="0" h="1333500" w="120000">
                  <a:moveTo>
                    <a:pt x="0" y="0"/>
                  </a:moveTo>
                  <a:lnTo>
                    <a:pt x="0" y="133350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46"/>
            <p:cNvSpPr/>
            <p:nvPr/>
          </p:nvSpPr>
          <p:spPr>
            <a:xfrm>
              <a:off x="5910862" y="1352552"/>
              <a:ext cx="114300" cy="114300"/>
            </a:xfrm>
            <a:custGeom>
              <a:rect b="b" l="l" r="r" t="t"/>
              <a:pathLst>
                <a:path extrusionOk="0" h="114300" w="114300">
                  <a:moveTo>
                    <a:pt x="57150" y="0"/>
                  </a:moveTo>
                  <a:lnTo>
                    <a:pt x="0" y="114300"/>
                  </a:lnTo>
                  <a:lnTo>
                    <a:pt x="114300" y="11430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46"/>
            <p:cNvSpPr/>
            <p:nvPr/>
          </p:nvSpPr>
          <p:spPr>
            <a:xfrm>
              <a:off x="5282207" y="2152650"/>
              <a:ext cx="1447800" cy="0"/>
            </a:xfrm>
            <a:custGeom>
              <a:rect b="b" l="l" r="r" t="t"/>
              <a:pathLst>
                <a:path extrusionOk="0" h="120000" w="1447800">
                  <a:moveTo>
                    <a:pt x="144780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46"/>
            <p:cNvSpPr/>
            <p:nvPr/>
          </p:nvSpPr>
          <p:spPr>
            <a:xfrm>
              <a:off x="6710954" y="2095494"/>
              <a:ext cx="114300" cy="114300"/>
            </a:xfrm>
            <a:custGeom>
              <a:rect b="b" l="l" r="r" t="t"/>
              <a:pathLst>
                <a:path extrusionOk="0" h="114300" w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2" name="Google Shape;912;p46"/>
          <p:cNvSpPr txBox="1"/>
          <p:nvPr/>
        </p:nvSpPr>
        <p:spPr>
          <a:xfrm>
            <a:off x="5646696" y="1612646"/>
            <a:ext cx="19177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+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13" name="Google Shape;913;p46"/>
          <p:cNvSpPr txBox="1"/>
          <p:nvPr/>
        </p:nvSpPr>
        <p:spPr>
          <a:xfrm>
            <a:off x="6332496" y="2298446"/>
            <a:ext cx="19177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+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14" name="Google Shape;914;p46"/>
          <p:cNvSpPr txBox="1"/>
          <p:nvPr/>
        </p:nvSpPr>
        <p:spPr>
          <a:xfrm>
            <a:off x="5646696" y="2355596"/>
            <a:ext cx="1085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-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15" name="Google Shape;915;p46"/>
          <p:cNvSpPr txBox="1"/>
          <p:nvPr/>
        </p:nvSpPr>
        <p:spPr>
          <a:xfrm>
            <a:off x="6332496" y="1612646"/>
            <a:ext cx="1085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-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16" name="Google Shape;916;p46"/>
          <p:cNvSpPr txBox="1"/>
          <p:nvPr/>
        </p:nvSpPr>
        <p:spPr>
          <a:xfrm>
            <a:off x="6949259" y="1980463"/>
            <a:ext cx="1390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x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17" name="Google Shape;917;p46"/>
          <p:cNvSpPr txBox="1"/>
          <p:nvPr/>
        </p:nvSpPr>
        <p:spPr>
          <a:xfrm>
            <a:off x="7062016" y="2113137"/>
            <a:ext cx="10922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1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18" name="Google Shape;918;p46"/>
          <p:cNvSpPr txBox="1"/>
          <p:nvPr/>
        </p:nvSpPr>
        <p:spPr>
          <a:xfrm>
            <a:off x="5964196" y="1041146"/>
            <a:ext cx="2724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aseline="-25000" lang="en-US" sz="1800">
                <a:latin typeface="Tahoma"/>
                <a:ea typeface="Tahoma"/>
                <a:cs typeface="Tahoma"/>
                <a:sym typeface="Tahoma"/>
              </a:rPr>
              <a:t>2</a:t>
            </a:r>
            <a:endParaRPr baseline="-25000"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19" name="Google Shape;919;p46"/>
          <p:cNvSpPr txBox="1"/>
          <p:nvPr/>
        </p:nvSpPr>
        <p:spPr>
          <a:xfrm>
            <a:off x="1931946" y="2927096"/>
            <a:ext cx="18465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Linearly separable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920" name="Google Shape;920;p46"/>
          <p:cNvGrpSpPr/>
          <p:nvPr/>
        </p:nvGrpSpPr>
        <p:grpSpPr>
          <a:xfrm>
            <a:off x="5093207" y="2881883"/>
            <a:ext cx="1842515" cy="390144"/>
            <a:chOff x="5093207" y="2881883"/>
            <a:chExt cx="1842515" cy="390144"/>
          </a:xfrm>
        </p:grpSpPr>
        <p:pic>
          <p:nvPicPr>
            <p:cNvPr id="921" name="Google Shape;921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093207" y="2881883"/>
              <a:ext cx="527303" cy="3901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2" name="Google Shape;922;p4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85815" y="2881884"/>
              <a:ext cx="288035" cy="3901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3" name="Google Shape;923;p4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439155" y="2881883"/>
              <a:ext cx="1496567" cy="39014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24" name="Google Shape;924;p46"/>
          <p:cNvSpPr txBox="1"/>
          <p:nvPr/>
        </p:nvSpPr>
        <p:spPr>
          <a:xfrm>
            <a:off x="5189496" y="2916428"/>
            <a:ext cx="1633855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Non-Linearly separable</a:t>
            </a:r>
            <a:endParaRPr sz="13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46"/>
          <p:cNvSpPr txBox="1"/>
          <p:nvPr>
            <p:ph idx="11" type="ftr"/>
          </p:nvPr>
        </p:nvSpPr>
        <p:spPr>
          <a:xfrm>
            <a:off x="3636422" y="6551115"/>
            <a:ext cx="1870075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CS419/619: Computer Vision</a:t>
            </a:r>
            <a:endParaRPr/>
          </a:p>
        </p:txBody>
      </p:sp>
      <p:sp>
        <p:nvSpPr>
          <p:cNvPr id="926" name="Google Shape;926;p46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7" name="Google Shape;927;p46"/>
          <p:cNvSpPr txBox="1"/>
          <p:nvPr/>
        </p:nvSpPr>
        <p:spPr>
          <a:xfrm>
            <a:off x="7276475" y="2350285"/>
            <a:ext cx="5099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50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XOR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8" name="Google Shape;928;p46"/>
          <p:cNvSpPr txBox="1"/>
          <p:nvPr/>
        </p:nvSpPr>
        <p:spPr>
          <a:xfrm>
            <a:off x="942197" y="2401721"/>
            <a:ext cx="52895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50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47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3900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Multilayer Perceptron (MLP)</a:t>
            </a:r>
            <a:endParaRPr/>
          </a:p>
        </p:txBody>
      </p:sp>
      <p:pic>
        <p:nvPicPr>
          <p:cNvPr id="934" name="Google Shape;934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9262" y="5148262"/>
            <a:ext cx="4676775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05112" y="2062162"/>
            <a:ext cx="2562225" cy="333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6" name="Google Shape;936;p47"/>
          <p:cNvGrpSpPr/>
          <p:nvPr/>
        </p:nvGrpSpPr>
        <p:grpSpPr>
          <a:xfrm>
            <a:off x="1828800" y="2457448"/>
            <a:ext cx="4457700" cy="2628903"/>
            <a:chOff x="1828800" y="2457448"/>
            <a:chExt cx="4457700" cy="2628903"/>
          </a:xfrm>
        </p:grpSpPr>
        <p:pic>
          <p:nvPicPr>
            <p:cNvPr id="937" name="Google Shape;937;p4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86100" y="2857499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8" name="Google Shape;938;p4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886200" y="2857499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9" name="Google Shape;939;p4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86300" y="2857499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0" name="Google Shape;940;p4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828800" y="41148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1" name="Google Shape;941;p4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628900" y="41148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2" name="Google Shape;942;p4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429000" y="41148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3" name="Google Shape;943;p4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229100" y="41148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4" name="Google Shape;944;p4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029200" y="41148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5" name="Google Shape;945;p4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829300" y="41148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6" name="Google Shape;946;p47"/>
            <p:cNvSpPr/>
            <p:nvPr/>
          </p:nvSpPr>
          <p:spPr>
            <a:xfrm>
              <a:off x="2057401" y="3314701"/>
              <a:ext cx="1200150" cy="800100"/>
            </a:xfrm>
            <a:custGeom>
              <a:rect b="b" l="l" r="r" t="t"/>
              <a:pathLst>
                <a:path extrusionOk="0" h="800100" w="1200150">
                  <a:moveTo>
                    <a:pt x="0" y="800100"/>
                  </a:moveTo>
                  <a:lnTo>
                    <a:pt x="120015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47"/>
            <p:cNvSpPr/>
            <p:nvPr/>
          </p:nvSpPr>
          <p:spPr>
            <a:xfrm>
              <a:off x="2857501" y="3314701"/>
              <a:ext cx="400050" cy="800100"/>
            </a:xfrm>
            <a:custGeom>
              <a:rect b="b" l="l" r="r" t="t"/>
              <a:pathLst>
                <a:path extrusionOk="0" h="800100" w="400050">
                  <a:moveTo>
                    <a:pt x="0" y="800100"/>
                  </a:moveTo>
                  <a:lnTo>
                    <a:pt x="40005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47"/>
            <p:cNvSpPr/>
            <p:nvPr/>
          </p:nvSpPr>
          <p:spPr>
            <a:xfrm>
              <a:off x="3257551" y="3314701"/>
              <a:ext cx="400050" cy="800100"/>
            </a:xfrm>
            <a:custGeom>
              <a:rect b="b" l="l" r="r" t="t"/>
              <a:pathLst>
                <a:path extrusionOk="0" h="800100" w="400050">
                  <a:moveTo>
                    <a:pt x="400050" y="80010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47"/>
            <p:cNvSpPr/>
            <p:nvPr/>
          </p:nvSpPr>
          <p:spPr>
            <a:xfrm>
              <a:off x="3257551" y="3314701"/>
              <a:ext cx="2800350" cy="800100"/>
            </a:xfrm>
            <a:custGeom>
              <a:rect b="b" l="l" r="r" t="t"/>
              <a:pathLst>
                <a:path extrusionOk="0" h="800100" w="2800350">
                  <a:moveTo>
                    <a:pt x="0" y="0"/>
                  </a:moveTo>
                  <a:lnTo>
                    <a:pt x="1143000" y="800100"/>
                  </a:lnTo>
                </a:path>
                <a:path extrusionOk="0" h="800100" w="2800350">
                  <a:moveTo>
                    <a:pt x="0" y="0"/>
                  </a:moveTo>
                  <a:lnTo>
                    <a:pt x="2000250" y="800100"/>
                  </a:lnTo>
                </a:path>
                <a:path extrusionOk="0" h="800100" w="2800350">
                  <a:moveTo>
                    <a:pt x="0" y="0"/>
                  </a:moveTo>
                  <a:lnTo>
                    <a:pt x="2800350" y="80010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47"/>
            <p:cNvSpPr/>
            <p:nvPr/>
          </p:nvSpPr>
          <p:spPr>
            <a:xfrm>
              <a:off x="2057401" y="3314701"/>
              <a:ext cx="3200400" cy="800100"/>
            </a:xfrm>
            <a:custGeom>
              <a:rect b="b" l="l" r="r" t="t"/>
              <a:pathLst>
                <a:path extrusionOk="0" h="800100" w="3200400">
                  <a:moveTo>
                    <a:pt x="2057400" y="0"/>
                  </a:moveTo>
                  <a:lnTo>
                    <a:pt x="0" y="800100"/>
                  </a:lnTo>
                </a:path>
                <a:path extrusionOk="0" h="800100" w="3200400">
                  <a:moveTo>
                    <a:pt x="2057400" y="0"/>
                  </a:moveTo>
                  <a:lnTo>
                    <a:pt x="800100" y="800100"/>
                  </a:lnTo>
                </a:path>
                <a:path extrusionOk="0" h="800100" w="3200400">
                  <a:moveTo>
                    <a:pt x="2057400" y="0"/>
                  </a:moveTo>
                  <a:lnTo>
                    <a:pt x="1600200" y="800100"/>
                  </a:lnTo>
                </a:path>
                <a:path extrusionOk="0" h="800100" w="3200400">
                  <a:moveTo>
                    <a:pt x="2057400" y="0"/>
                  </a:moveTo>
                  <a:lnTo>
                    <a:pt x="2343150" y="800100"/>
                  </a:lnTo>
                </a:path>
                <a:path extrusionOk="0" h="800100" w="3200400">
                  <a:moveTo>
                    <a:pt x="2057400" y="0"/>
                  </a:moveTo>
                  <a:lnTo>
                    <a:pt x="3200400" y="80010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47"/>
            <p:cNvSpPr/>
            <p:nvPr/>
          </p:nvSpPr>
          <p:spPr>
            <a:xfrm>
              <a:off x="4114801" y="3314701"/>
              <a:ext cx="1943100" cy="800100"/>
            </a:xfrm>
            <a:custGeom>
              <a:rect b="b" l="l" r="r" t="t"/>
              <a:pathLst>
                <a:path extrusionOk="0" h="800100" w="1943100">
                  <a:moveTo>
                    <a:pt x="1943100" y="80010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47"/>
            <p:cNvSpPr/>
            <p:nvPr/>
          </p:nvSpPr>
          <p:spPr>
            <a:xfrm>
              <a:off x="2057401" y="3314701"/>
              <a:ext cx="4000500" cy="800100"/>
            </a:xfrm>
            <a:custGeom>
              <a:rect b="b" l="l" r="r" t="t"/>
              <a:pathLst>
                <a:path extrusionOk="0" h="800100" w="4000500">
                  <a:moveTo>
                    <a:pt x="2857500" y="0"/>
                  </a:moveTo>
                  <a:lnTo>
                    <a:pt x="0" y="800100"/>
                  </a:lnTo>
                </a:path>
                <a:path extrusionOk="0" h="800100" w="4000500">
                  <a:moveTo>
                    <a:pt x="2857500" y="0"/>
                  </a:moveTo>
                  <a:lnTo>
                    <a:pt x="800100" y="800100"/>
                  </a:lnTo>
                </a:path>
                <a:path extrusionOk="0" h="800100" w="4000500">
                  <a:moveTo>
                    <a:pt x="2857500" y="0"/>
                  </a:moveTo>
                  <a:lnTo>
                    <a:pt x="1600200" y="800100"/>
                  </a:lnTo>
                </a:path>
                <a:path extrusionOk="0" h="800100" w="4000500">
                  <a:moveTo>
                    <a:pt x="2857500" y="0"/>
                  </a:moveTo>
                  <a:lnTo>
                    <a:pt x="2343150" y="800100"/>
                  </a:lnTo>
                </a:path>
                <a:path extrusionOk="0" h="800100" w="4000500">
                  <a:moveTo>
                    <a:pt x="2857500" y="0"/>
                  </a:moveTo>
                  <a:lnTo>
                    <a:pt x="3200400" y="800100"/>
                  </a:lnTo>
                </a:path>
                <a:path extrusionOk="0" h="800100" w="4000500">
                  <a:moveTo>
                    <a:pt x="2857500" y="0"/>
                  </a:moveTo>
                  <a:lnTo>
                    <a:pt x="4000500" y="80010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47"/>
            <p:cNvSpPr/>
            <p:nvPr/>
          </p:nvSpPr>
          <p:spPr>
            <a:xfrm>
              <a:off x="3314701" y="2520951"/>
              <a:ext cx="0" cy="336550"/>
            </a:xfrm>
            <a:custGeom>
              <a:rect b="b" l="l" r="r" t="t"/>
              <a:pathLst>
                <a:path extrusionOk="0" h="336550" w="120000">
                  <a:moveTo>
                    <a:pt x="0" y="33655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47"/>
            <p:cNvSpPr/>
            <p:nvPr/>
          </p:nvSpPr>
          <p:spPr>
            <a:xfrm>
              <a:off x="3276605" y="2457448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47"/>
            <p:cNvSpPr/>
            <p:nvPr/>
          </p:nvSpPr>
          <p:spPr>
            <a:xfrm>
              <a:off x="4114801" y="2520951"/>
              <a:ext cx="0" cy="336550"/>
            </a:xfrm>
            <a:custGeom>
              <a:rect b="b" l="l" r="r" t="t"/>
              <a:pathLst>
                <a:path extrusionOk="0" h="336550" w="120000">
                  <a:moveTo>
                    <a:pt x="0" y="33655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47"/>
            <p:cNvSpPr/>
            <p:nvPr/>
          </p:nvSpPr>
          <p:spPr>
            <a:xfrm>
              <a:off x="4076705" y="2457448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47"/>
            <p:cNvSpPr/>
            <p:nvPr/>
          </p:nvSpPr>
          <p:spPr>
            <a:xfrm>
              <a:off x="4914901" y="2520951"/>
              <a:ext cx="0" cy="336550"/>
            </a:xfrm>
            <a:custGeom>
              <a:rect b="b" l="l" r="r" t="t"/>
              <a:pathLst>
                <a:path extrusionOk="0" h="336550" w="120000">
                  <a:moveTo>
                    <a:pt x="0" y="33655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47"/>
            <p:cNvSpPr/>
            <p:nvPr/>
          </p:nvSpPr>
          <p:spPr>
            <a:xfrm>
              <a:off x="4876805" y="2457448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47"/>
            <p:cNvSpPr/>
            <p:nvPr/>
          </p:nvSpPr>
          <p:spPr>
            <a:xfrm>
              <a:off x="2057401" y="4635501"/>
              <a:ext cx="0" cy="450850"/>
            </a:xfrm>
            <a:custGeom>
              <a:rect b="b" l="l" r="r" t="t"/>
              <a:pathLst>
                <a:path extrusionOk="0" h="450850" w="120000">
                  <a:moveTo>
                    <a:pt x="0" y="45085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47"/>
            <p:cNvSpPr/>
            <p:nvPr/>
          </p:nvSpPr>
          <p:spPr>
            <a:xfrm>
              <a:off x="2019305" y="4572000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47"/>
            <p:cNvSpPr/>
            <p:nvPr/>
          </p:nvSpPr>
          <p:spPr>
            <a:xfrm>
              <a:off x="4457701" y="4635501"/>
              <a:ext cx="0" cy="450850"/>
            </a:xfrm>
            <a:custGeom>
              <a:rect b="b" l="l" r="r" t="t"/>
              <a:pathLst>
                <a:path extrusionOk="0" h="450850" w="120000">
                  <a:moveTo>
                    <a:pt x="0" y="45085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47"/>
            <p:cNvSpPr/>
            <p:nvPr/>
          </p:nvSpPr>
          <p:spPr>
            <a:xfrm>
              <a:off x="4419605" y="4572000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47"/>
            <p:cNvSpPr/>
            <p:nvPr/>
          </p:nvSpPr>
          <p:spPr>
            <a:xfrm>
              <a:off x="3657601" y="4635501"/>
              <a:ext cx="0" cy="450850"/>
            </a:xfrm>
            <a:custGeom>
              <a:rect b="b" l="l" r="r" t="t"/>
              <a:pathLst>
                <a:path extrusionOk="0" h="450850" w="120000">
                  <a:moveTo>
                    <a:pt x="0" y="45085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47"/>
            <p:cNvSpPr/>
            <p:nvPr/>
          </p:nvSpPr>
          <p:spPr>
            <a:xfrm>
              <a:off x="3619505" y="4572000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47"/>
            <p:cNvSpPr/>
            <p:nvPr/>
          </p:nvSpPr>
          <p:spPr>
            <a:xfrm>
              <a:off x="2857501" y="4635501"/>
              <a:ext cx="0" cy="450850"/>
            </a:xfrm>
            <a:custGeom>
              <a:rect b="b" l="l" r="r" t="t"/>
              <a:pathLst>
                <a:path extrusionOk="0" h="450850" w="120000">
                  <a:moveTo>
                    <a:pt x="0" y="45085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47"/>
            <p:cNvSpPr/>
            <p:nvPr/>
          </p:nvSpPr>
          <p:spPr>
            <a:xfrm>
              <a:off x="2819405" y="4572000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47"/>
            <p:cNvSpPr/>
            <p:nvPr/>
          </p:nvSpPr>
          <p:spPr>
            <a:xfrm>
              <a:off x="5257801" y="4635501"/>
              <a:ext cx="0" cy="450850"/>
            </a:xfrm>
            <a:custGeom>
              <a:rect b="b" l="l" r="r" t="t"/>
              <a:pathLst>
                <a:path extrusionOk="0" h="450850" w="120000">
                  <a:moveTo>
                    <a:pt x="0" y="45085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47"/>
            <p:cNvSpPr/>
            <p:nvPr/>
          </p:nvSpPr>
          <p:spPr>
            <a:xfrm>
              <a:off x="5219705" y="4572000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47"/>
            <p:cNvSpPr/>
            <p:nvPr/>
          </p:nvSpPr>
          <p:spPr>
            <a:xfrm>
              <a:off x="6057901" y="4635501"/>
              <a:ext cx="0" cy="450850"/>
            </a:xfrm>
            <a:custGeom>
              <a:rect b="b" l="l" r="r" t="t"/>
              <a:pathLst>
                <a:path extrusionOk="0" h="450850" w="120000">
                  <a:moveTo>
                    <a:pt x="0" y="45085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47"/>
            <p:cNvSpPr/>
            <p:nvPr/>
          </p:nvSpPr>
          <p:spPr>
            <a:xfrm>
              <a:off x="6019805" y="4572000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1" name="Google Shape;971;p47"/>
          <p:cNvSpPr txBox="1"/>
          <p:nvPr/>
        </p:nvSpPr>
        <p:spPr>
          <a:xfrm>
            <a:off x="2805112" y="2062162"/>
            <a:ext cx="2562225" cy="333375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09269" rtl="0" algn="l">
              <a:lnSpc>
                <a:spcPct val="110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Output Values</a:t>
            </a:r>
            <a:endParaRPr sz="2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72" name="Google Shape;972;p47"/>
          <p:cNvSpPr txBox="1"/>
          <p:nvPr>
            <p:ph idx="11" type="ftr"/>
          </p:nvPr>
        </p:nvSpPr>
        <p:spPr>
          <a:xfrm>
            <a:off x="3636422" y="6551115"/>
            <a:ext cx="1870075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CS419/619: Computer Vision</a:t>
            </a:r>
            <a:endParaRPr/>
          </a:p>
        </p:txBody>
      </p:sp>
      <p:sp>
        <p:nvSpPr>
          <p:cNvPr id="973" name="Google Shape;973;p47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4" name="Google Shape;974;p47"/>
          <p:cNvSpPr txBox="1"/>
          <p:nvPr/>
        </p:nvSpPr>
        <p:spPr>
          <a:xfrm>
            <a:off x="1719262" y="5148262"/>
            <a:ext cx="4676775" cy="390525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0" lvl="0" marL="10096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Input Signals (External Stimuli)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75" name="Google Shape;975;p47"/>
          <p:cNvSpPr txBox="1"/>
          <p:nvPr/>
        </p:nvSpPr>
        <p:spPr>
          <a:xfrm>
            <a:off x="6284516" y="2710973"/>
            <a:ext cx="1562100" cy="1780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800080"/>
                </a:solidFill>
                <a:latin typeface="Tahoma"/>
                <a:ea typeface="Tahoma"/>
                <a:cs typeface="Tahoma"/>
                <a:sym typeface="Tahoma"/>
              </a:rPr>
              <a:t>Output Layer</a:t>
            </a:r>
            <a:endParaRPr sz="2100">
              <a:latin typeface="Tahoma"/>
              <a:ea typeface="Tahoma"/>
              <a:cs typeface="Tahoma"/>
              <a:sym typeface="Tahoma"/>
            </a:endParaRPr>
          </a:p>
          <a:p>
            <a:pPr indent="0" lvl="0" marL="173355" marR="150495" rtl="0" algn="l">
              <a:lnSpc>
                <a:spcPct val="100000"/>
              </a:lnSpc>
              <a:spcBef>
                <a:spcPts val="1575"/>
              </a:spcBef>
              <a:spcAft>
                <a:spcPts val="0"/>
              </a:spcAft>
              <a:buNone/>
            </a:pPr>
            <a:r>
              <a:rPr lang="en-US" sz="2100">
                <a:latin typeface="Tahoma"/>
                <a:ea typeface="Tahoma"/>
                <a:cs typeface="Tahoma"/>
                <a:sym typeface="Tahoma"/>
              </a:rPr>
              <a:t>Adjustable Weights</a:t>
            </a:r>
            <a:endParaRPr sz="2100">
              <a:latin typeface="Tahoma"/>
              <a:ea typeface="Tahoma"/>
              <a:cs typeface="Tahoma"/>
              <a:sym typeface="Tahoma"/>
            </a:endParaRPr>
          </a:p>
          <a:p>
            <a:pPr indent="0" lvl="0" marL="173355" rtl="0" algn="l">
              <a:lnSpc>
                <a:spcPct val="100000"/>
              </a:lnSpc>
              <a:spcBef>
                <a:spcPts val="216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800080"/>
                </a:solidFill>
                <a:latin typeface="Tahoma"/>
                <a:ea typeface="Tahoma"/>
                <a:cs typeface="Tahoma"/>
                <a:sym typeface="Tahoma"/>
              </a:rPr>
              <a:t>Input Layer</a:t>
            </a:r>
            <a:endParaRPr sz="21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48"/>
          <p:cNvSpPr txBox="1"/>
          <p:nvPr>
            <p:ph type="title"/>
          </p:nvPr>
        </p:nvSpPr>
        <p:spPr>
          <a:xfrm>
            <a:off x="2843910" y="149180"/>
            <a:ext cx="345376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Types of	Layers</a:t>
            </a:r>
            <a:endParaRPr/>
          </a:p>
        </p:txBody>
      </p:sp>
      <p:sp>
        <p:nvSpPr>
          <p:cNvPr id="981" name="Google Shape;981;p48"/>
          <p:cNvSpPr txBox="1"/>
          <p:nvPr>
            <p:ph idx="11" type="ftr"/>
          </p:nvPr>
        </p:nvSpPr>
        <p:spPr>
          <a:xfrm>
            <a:off x="3636422" y="6551115"/>
            <a:ext cx="1870075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CS419/619: Computer Vision</a:t>
            </a:r>
            <a:endParaRPr/>
          </a:p>
        </p:txBody>
      </p:sp>
      <p:sp>
        <p:nvSpPr>
          <p:cNvPr id="982" name="Google Shape;982;p48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3" name="Google Shape;983;p48"/>
          <p:cNvSpPr txBox="1"/>
          <p:nvPr/>
        </p:nvSpPr>
        <p:spPr>
          <a:xfrm>
            <a:off x="535940" y="976557"/>
            <a:ext cx="7436484" cy="5010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35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Font typeface="Times New Roman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The input layer.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6385" lvl="1" marL="756285" rtl="0" algn="l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SzPts val="2400"/>
              <a:buFont typeface="Times New Roman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Introduces input values into the network.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6385" lvl="1" marL="756285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Times New Roman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No activation function or other processing.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2250"/>
              <a:buFont typeface="Times New Roman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The hidden layer(s).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6385" lvl="1" marL="756285" rtl="0" algn="l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SzPts val="2400"/>
              <a:buFont typeface="Times New Roman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Perform classification of	features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6385" lvl="1" marL="756285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Times New Roman"/>
              <a:buChar char="–"/>
            </a:pPr>
            <a:r>
              <a:rPr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hidden layers are sufficient to solve any problem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6385" lvl="1" marL="756285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Times New Roman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Features imply more layers may be better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2250"/>
              <a:buFont typeface="Times New Roman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The output layer.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6385" lvl="1" marL="756285" rtl="0" algn="l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SzPts val="2400"/>
              <a:buFont typeface="Times New Roman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Functionally just like the hidden layers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508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Times New Roman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Outputs are passed on to the world outside the neural network.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49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2771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Activation Functions</a:t>
            </a:r>
            <a:endParaRPr/>
          </a:p>
        </p:txBody>
      </p:sp>
      <p:sp>
        <p:nvSpPr>
          <p:cNvPr id="989" name="Google Shape;989;p49"/>
          <p:cNvSpPr txBox="1"/>
          <p:nvPr/>
        </p:nvSpPr>
        <p:spPr>
          <a:xfrm>
            <a:off x="535940" y="981862"/>
            <a:ext cx="7998459" cy="2805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Font typeface="Noto Sans Symbols"/>
              <a:buChar char="▪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Transforms neuron’s input into output.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SzPts val="2250"/>
              <a:buFont typeface="Noto Sans Symbols"/>
              <a:buChar char="▪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Features of	activation functions: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115" lvl="1" marL="754380" marR="5080" rtl="0" algn="l">
              <a:lnSpc>
                <a:spcPct val="100600"/>
              </a:lnSpc>
              <a:spcBef>
                <a:spcPts val="65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 squashing effect is required – That is, it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Prevents 	accelerating growth of	activation levels through the 	network.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Simple and easy to calculate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90" name="Google Shape;99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9797" y="4474642"/>
            <a:ext cx="5278977" cy="1598108"/>
          </a:xfrm>
          <a:prstGeom prst="rect">
            <a:avLst/>
          </a:prstGeom>
          <a:noFill/>
          <a:ln>
            <a:noFill/>
          </a:ln>
        </p:spPr>
      </p:pic>
      <p:sp>
        <p:nvSpPr>
          <p:cNvPr id="991" name="Google Shape;991;p49"/>
          <p:cNvSpPr txBox="1"/>
          <p:nvPr>
            <p:ph idx="11" type="ftr"/>
          </p:nvPr>
        </p:nvSpPr>
        <p:spPr>
          <a:xfrm>
            <a:off x="3636422" y="6551115"/>
            <a:ext cx="1870075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CS419/619: Computer Vision</a:t>
            </a:r>
            <a:endParaRPr/>
          </a:p>
        </p:txBody>
      </p:sp>
      <p:sp>
        <p:nvSpPr>
          <p:cNvPr id="992" name="Google Shape;992;p49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50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76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Standard Activation Functions</a:t>
            </a:r>
            <a:endParaRPr/>
          </a:p>
        </p:txBody>
      </p:sp>
      <p:sp>
        <p:nvSpPr>
          <p:cNvPr id="998" name="Google Shape;998;p50"/>
          <p:cNvSpPr txBox="1"/>
          <p:nvPr/>
        </p:nvSpPr>
        <p:spPr>
          <a:xfrm>
            <a:off x="535940" y="960905"/>
            <a:ext cx="6522084" cy="2152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5550">
            <a:spAutoFit/>
          </a:bodyPr>
          <a:lstStyle/>
          <a:p>
            <a:pPr indent="-342265" lvl="0" marL="342265" marR="698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Font typeface="Times New Roman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The hard-limiting threshold function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285750" marR="13970" rtl="0" algn="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Times New Roman"/>
              <a:buChar char="–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Corresponds to the biological paradigm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164" lvl="2" marL="1231265" rtl="0" algn="l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either fires or not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342265" marR="5080" rtl="0" algn="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550"/>
              <a:buFont typeface="Times New Roman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Sigmoid functions ('S'-shaped curves)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9" name="Google Shape;999;p50"/>
          <p:cNvSpPr txBox="1"/>
          <p:nvPr/>
        </p:nvSpPr>
        <p:spPr>
          <a:xfrm>
            <a:off x="993139" y="3334003"/>
            <a:ext cx="333756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The logistic function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0" name="Google Shape;1000;p50"/>
          <p:cNvSpPr txBox="1"/>
          <p:nvPr/>
        </p:nvSpPr>
        <p:spPr>
          <a:xfrm>
            <a:off x="993139" y="3816502"/>
            <a:ext cx="612902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-285750" lvl="0" marL="298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Times New Roman"/>
              <a:buChar char="–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The hyperbolic tangent (symmetrical)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9845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Times New Roman"/>
              <a:buChar char="–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Both functions have a simple differential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9845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Times New Roman"/>
              <a:buChar char="–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Only the shape is important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01" name="Google Shape;1001;p50"/>
          <p:cNvGrpSpPr/>
          <p:nvPr/>
        </p:nvGrpSpPr>
        <p:grpSpPr>
          <a:xfrm>
            <a:off x="6429375" y="3315390"/>
            <a:ext cx="1771650" cy="685800"/>
            <a:chOff x="6429375" y="3215868"/>
            <a:chExt cx="1771650" cy="685800"/>
          </a:xfrm>
        </p:grpSpPr>
        <p:sp>
          <p:nvSpPr>
            <p:cNvPr id="1002" name="Google Shape;1002;p50"/>
            <p:cNvSpPr/>
            <p:nvPr/>
          </p:nvSpPr>
          <p:spPr>
            <a:xfrm>
              <a:off x="6429375" y="3215868"/>
              <a:ext cx="1771650" cy="685800"/>
            </a:xfrm>
            <a:custGeom>
              <a:rect b="b" l="l" r="r" t="t"/>
              <a:pathLst>
                <a:path extrusionOk="0" h="685800" w="1771650">
                  <a:moveTo>
                    <a:pt x="177165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1771650" y="685800"/>
                  </a:lnTo>
                  <a:lnTo>
                    <a:pt x="1771650" y="0"/>
                  </a:ln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50"/>
            <p:cNvSpPr/>
            <p:nvPr/>
          </p:nvSpPr>
          <p:spPr>
            <a:xfrm>
              <a:off x="6429375" y="3215868"/>
              <a:ext cx="1771650" cy="685800"/>
            </a:xfrm>
            <a:custGeom>
              <a:rect b="b" l="l" r="r" t="t"/>
              <a:pathLst>
                <a:path extrusionOk="0" h="685800" w="1771650">
                  <a:moveTo>
                    <a:pt x="0" y="0"/>
                  </a:moveTo>
                  <a:lnTo>
                    <a:pt x="1771650" y="0"/>
                  </a:lnTo>
                  <a:lnTo>
                    <a:pt x="177165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4" name="Google Shape;1004;p50"/>
          <p:cNvSpPr txBox="1"/>
          <p:nvPr/>
        </p:nvSpPr>
        <p:spPr>
          <a:xfrm>
            <a:off x="7547735" y="3308990"/>
            <a:ext cx="1461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rgbClr val="800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5" name="Google Shape;1005;p50"/>
          <p:cNvSpPr txBox="1"/>
          <p:nvPr/>
        </p:nvSpPr>
        <p:spPr>
          <a:xfrm>
            <a:off x="6445646" y="3394392"/>
            <a:ext cx="1725295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BC37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φ</a:t>
            </a:r>
            <a:r>
              <a:rPr i="1" lang="en-US" sz="2100">
                <a:solidFill>
                  <a:srgbClr val="800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(x) = </a:t>
            </a:r>
            <a:r>
              <a:rPr baseline="-25000" i="1" lang="en-US" sz="3150">
                <a:solidFill>
                  <a:srgbClr val="800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+ e </a:t>
            </a:r>
            <a:r>
              <a:rPr baseline="-25000" i="1" lang="en-US" sz="2100">
                <a:solidFill>
                  <a:srgbClr val="800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-ax</a:t>
            </a:r>
            <a:endParaRPr baseline="-25000"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6" name="Google Shape;1006;p50"/>
          <p:cNvSpPr/>
          <p:nvPr/>
        </p:nvSpPr>
        <p:spPr>
          <a:xfrm>
            <a:off x="7225909" y="3703772"/>
            <a:ext cx="857250" cy="0"/>
          </a:xfrm>
          <a:custGeom>
            <a:rect b="b" l="l" r="r" t="t"/>
            <a:pathLst>
              <a:path extrusionOk="0" h="120000" w="857250">
                <a:moveTo>
                  <a:pt x="0" y="0"/>
                </a:moveTo>
                <a:lnTo>
                  <a:pt x="85725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7" name="Google Shape;100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0625" y="3539718"/>
            <a:ext cx="1200150" cy="228599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50"/>
          <p:cNvSpPr txBox="1"/>
          <p:nvPr>
            <p:ph idx="11" type="ftr"/>
          </p:nvPr>
        </p:nvSpPr>
        <p:spPr>
          <a:xfrm>
            <a:off x="3636422" y="6551115"/>
            <a:ext cx="1870075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CS419/619: Computer Vision</a:t>
            </a:r>
            <a:endParaRPr/>
          </a:p>
        </p:txBody>
      </p:sp>
      <p:sp>
        <p:nvSpPr>
          <p:cNvPr id="1009" name="Google Shape;1009;p50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51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4509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Back-Propagation Algorithm</a:t>
            </a:r>
            <a:endParaRPr/>
          </a:p>
        </p:txBody>
      </p:sp>
      <p:sp>
        <p:nvSpPr>
          <p:cNvPr id="1015" name="Google Shape;1015;p51"/>
          <p:cNvSpPr txBox="1"/>
          <p:nvPr>
            <p:ph idx="11" type="ftr"/>
          </p:nvPr>
        </p:nvSpPr>
        <p:spPr>
          <a:xfrm>
            <a:off x="3636422" y="6551115"/>
            <a:ext cx="1870075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CS419/619: Computer Vision</a:t>
            </a:r>
            <a:endParaRPr/>
          </a:p>
        </p:txBody>
      </p:sp>
      <p:sp>
        <p:nvSpPr>
          <p:cNvPr id="1016" name="Google Shape;1016;p51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7" name="Google Shape;1017;p51"/>
          <p:cNvSpPr txBox="1"/>
          <p:nvPr/>
        </p:nvSpPr>
        <p:spPr>
          <a:xfrm>
            <a:off x="208100" y="1037325"/>
            <a:ext cx="8875800" cy="50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775">
            <a:spAutoFit/>
          </a:bodyPr>
          <a:lstStyle/>
          <a:p>
            <a:pPr indent="-342900" lvl="0" marL="355600" marR="386080" rtl="0" algn="l">
              <a:lnSpc>
                <a:spcPct val="108076"/>
              </a:lnSpc>
              <a:spcBef>
                <a:spcPts val="0"/>
              </a:spcBef>
              <a:spcAft>
                <a:spcPts val="0"/>
              </a:spcAft>
              <a:buSzPts val="2050"/>
              <a:buFont typeface="Noto Sans Symbols"/>
              <a:buChar char="▪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A fundamental algorithm used to train artificial neural networks.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6385" lvl="1" marL="756285" rtl="0" algn="l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Training of	multi-layer feedforward Neural Networks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846455" rtl="0" algn="l">
              <a:lnSpc>
                <a:spcPct val="108076"/>
              </a:lnSpc>
              <a:spcBef>
                <a:spcPts val="665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Adjust neural network weights to map inputs to outputs.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0" rtl="0" algn="l">
              <a:lnSpc>
                <a:spcPct val="100000"/>
              </a:lnSpc>
              <a:spcBef>
                <a:spcPts val="1065"/>
              </a:spcBef>
              <a:spcAft>
                <a:spcPts val="0"/>
              </a:spcAft>
              <a:buSzPts val="2600"/>
              <a:buFont typeface="Arial"/>
              <a:buNone/>
            </a:pPr>
            <a:r>
              <a:t/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55600" marR="309880" rtl="0" algn="l">
              <a:lnSpc>
                <a:spcPct val="108076"/>
              </a:lnSpc>
              <a:spcBef>
                <a:spcPts val="0"/>
              </a:spcBef>
              <a:spcAft>
                <a:spcPts val="0"/>
              </a:spcAft>
              <a:buSzPts val="2050"/>
              <a:buFont typeface="Noto Sans Symbols"/>
              <a:buChar char="▪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Uses a set of	sample patterns where the desired output (given the inputs presented) is known.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50"/>
              <a:buFont typeface="Noto Sans Symbols"/>
              <a:buChar char="▪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Weights are adjusted based on the error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132715" rtl="0" algn="l">
              <a:lnSpc>
                <a:spcPct val="108076"/>
              </a:lnSpc>
              <a:spcBef>
                <a:spcPts val="665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Error = the difference between the actual and desired output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52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4509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Back-Propagation Algorithm</a:t>
            </a:r>
            <a:endParaRPr/>
          </a:p>
        </p:txBody>
      </p:sp>
      <p:sp>
        <p:nvSpPr>
          <p:cNvPr id="1023" name="Google Shape;1023;p52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4" name="Google Shape;1024;p52"/>
          <p:cNvSpPr txBox="1"/>
          <p:nvPr>
            <p:ph idx="1" type="body"/>
          </p:nvPr>
        </p:nvSpPr>
        <p:spPr>
          <a:xfrm>
            <a:off x="535940" y="1067816"/>
            <a:ext cx="7396480" cy="190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4965" marR="49593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Noto Sans Symbols"/>
              <a:buChar char="▪"/>
            </a:pPr>
            <a:r>
              <a:rPr lang="en-US"/>
              <a:t>Can theoretically perform “any” input-output mapping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8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Noto Sans Symbols"/>
              <a:buChar char="▪"/>
            </a:pPr>
            <a:r>
              <a:rPr lang="en-US"/>
              <a:t>Can learn to solve linearly inseparable problems.</a:t>
            </a:r>
            <a:endParaRPr/>
          </a:p>
        </p:txBody>
      </p:sp>
      <p:sp>
        <p:nvSpPr>
          <p:cNvPr id="1025" name="Google Shape;1025;p52"/>
          <p:cNvSpPr txBox="1"/>
          <p:nvPr>
            <p:ph idx="11" type="ftr"/>
          </p:nvPr>
        </p:nvSpPr>
        <p:spPr>
          <a:xfrm>
            <a:off x="3051752" y="6560763"/>
            <a:ext cx="304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53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4057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Applications: Neural Network for OCR</a:t>
            </a:r>
            <a:endParaRPr/>
          </a:p>
        </p:txBody>
      </p:sp>
      <p:sp>
        <p:nvSpPr>
          <p:cNvPr id="1031" name="Google Shape;1031;p53"/>
          <p:cNvSpPr txBox="1"/>
          <p:nvPr/>
        </p:nvSpPr>
        <p:spPr>
          <a:xfrm>
            <a:off x="535940" y="981862"/>
            <a:ext cx="5153660" cy="1049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50"/>
              <a:buFont typeface="Noto Sans Symbols"/>
              <a:buChar char="▪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Feedforward network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0000"/>
              </a:buClr>
              <a:buSzPts val="2250"/>
              <a:buFont typeface="Noto Sans Symbols"/>
              <a:buChar char="▪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Trained using Back- propagation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32" name="Google Shape;1032;p53"/>
          <p:cNvGrpSpPr/>
          <p:nvPr/>
        </p:nvGrpSpPr>
        <p:grpSpPr>
          <a:xfrm>
            <a:off x="5257800" y="2294900"/>
            <a:ext cx="3201670" cy="3793479"/>
            <a:chOff x="5257800" y="2294900"/>
            <a:chExt cx="3201670" cy="3793479"/>
          </a:xfrm>
        </p:grpSpPr>
        <p:sp>
          <p:nvSpPr>
            <p:cNvPr id="1033" name="Google Shape;1033;p53"/>
            <p:cNvSpPr/>
            <p:nvPr/>
          </p:nvSpPr>
          <p:spPr>
            <a:xfrm>
              <a:off x="5257800" y="2301875"/>
              <a:ext cx="3201670" cy="3786504"/>
            </a:xfrm>
            <a:custGeom>
              <a:rect b="b" l="l" r="r" t="t"/>
              <a:pathLst>
                <a:path extrusionOk="0" h="3786504" w="3201670">
                  <a:moveTo>
                    <a:pt x="3201593" y="0"/>
                  </a:moveTo>
                  <a:lnTo>
                    <a:pt x="0" y="0"/>
                  </a:lnTo>
                  <a:lnTo>
                    <a:pt x="0" y="3786187"/>
                  </a:lnTo>
                  <a:lnTo>
                    <a:pt x="3201593" y="3786187"/>
                  </a:lnTo>
                  <a:lnTo>
                    <a:pt x="3201593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53"/>
            <p:cNvSpPr/>
            <p:nvPr/>
          </p:nvSpPr>
          <p:spPr>
            <a:xfrm>
              <a:off x="5264774" y="2810878"/>
              <a:ext cx="125730" cy="125730"/>
            </a:xfrm>
            <a:custGeom>
              <a:rect b="b" l="l" r="r" t="t"/>
              <a:pathLst>
                <a:path extrusionOk="0" h="125730" w="125729">
                  <a:moveTo>
                    <a:pt x="125552" y="125508"/>
                  </a:moveTo>
                  <a:lnTo>
                    <a:pt x="0" y="125508"/>
                  </a:lnTo>
                  <a:lnTo>
                    <a:pt x="0" y="0"/>
                  </a:lnTo>
                  <a:lnTo>
                    <a:pt x="125552" y="0"/>
                  </a:lnTo>
                  <a:lnTo>
                    <a:pt x="125552" y="1255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53"/>
            <p:cNvSpPr/>
            <p:nvPr/>
          </p:nvSpPr>
          <p:spPr>
            <a:xfrm>
              <a:off x="5264774" y="2810883"/>
              <a:ext cx="125730" cy="125730"/>
            </a:xfrm>
            <a:custGeom>
              <a:rect b="b" l="l" r="r" t="t"/>
              <a:pathLst>
                <a:path extrusionOk="0" h="125730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36" name="Google Shape;1036;p5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90327" y="2810878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7" name="Google Shape;1037;p53"/>
            <p:cNvSpPr/>
            <p:nvPr/>
          </p:nvSpPr>
          <p:spPr>
            <a:xfrm>
              <a:off x="5390327" y="2810883"/>
              <a:ext cx="125730" cy="125730"/>
            </a:xfrm>
            <a:custGeom>
              <a:rect b="b" l="l" r="r" t="t"/>
              <a:pathLst>
                <a:path extrusionOk="0" h="125730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38" name="Google Shape;1038;p5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515880" y="2810878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9" name="Google Shape;1039;p53"/>
            <p:cNvSpPr/>
            <p:nvPr/>
          </p:nvSpPr>
          <p:spPr>
            <a:xfrm>
              <a:off x="5515880" y="2810883"/>
              <a:ext cx="125730" cy="125730"/>
            </a:xfrm>
            <a:custGeom>
              <a:rect b="b" l="l" r="r" t="t"/>
              <a:pathLst>
                <a:path extrusionOk="0" h="125730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53"/>
            <p:cNvSpPr/>
            <p:nvPr/>
          </p:nvSpPr>
          <p:spPr>
            <a:xfrm>
              <a:off x="5641433" y="2810878"/>
              <a:ext cx="125730" cy="125730"/>
            </a:xfrm>
            <a:custGeom>
              <a:rect b="b" l="l" r="r" t="t"/>
              <a:pathLst>
                <a:path extrusionOk="0" h="125730" w="125729">
                  <a:moveTo>
                    <a:pt x="125552" y="125508"/>
                  </a:moveTo>
                  <a:lnTo>
                    <a:pt x="0" y="125508"/>
                  </a:lnTo>
                  <a:lnTo>
                    <a:pt x="0" y="0"/>
                  </a:lnTo>
                  <a:lnTo>
                    <a:pt x="125552" y="0"/>
                  </a:lnTo>
                  <a:lnTo>
                    <a:pt x="125552" y="1255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53"/>
            <p:cNvSpPr/>
            <p:nvPr/>
          </p:nvSpPr>
          <p:spPr>
            <a:xfrm>
              <a:off x="5641433" y="2810883"/>
              <a:ext cx="125730" cy="125730"/>
            </a:xfrm>
            <a:custGeom>
              <a:rect b="b" l="l" r="r" t="t"/>
              <a:pathLst>
                <a:path extrusionOk="0" h="125730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42" name="Google Shape;1042;p5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64776" y="2936387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3" name="Google Shape;1043;p53"/>
            <p:cNvSpPr/>
            <p:nvPr/>
          </p:nvSpPr>
          <p:spPr>
            <a:xfrm>
              <a:off x="5264776" y="2936392"/>
              <a:ext cx="125730" cy="125730"/>
            </a:xfrm>
            <a:custGeom>
              <a:rect b="b" l="l" r="r" t="t"/>
              <a:pathLst>
                <a:path extrusionOk="0" h="125730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53"/>
            <p:cNvSpPr/>
            <p:nvPr/>
          </p:nvSpPr>
          <p:spPr>
            <a:xfrm>
              <a:off x="5390329" y="2936387"/>
              <a:ext cx="125730" cy="125730"/>
            </a:xfrm>
            <a:custGeom>
              <a:rect b="b" l="l" r="r" t="t"/>
              <a:pathLst>
                <a:path extrusionOk="0" h="125730" w="125729">
                  <a:moveTo>
                    <a:pt x="125552" y="125508"/>
                  </a:moveTo>
                  <a:lnTo>
                    <a:pt x="0" y="125508"/>
                  </a:lnTo>
                  <a:lnTo>
                    <a:pt x="0" y="0"/>
                  </a:lnTo>
                  <a:lnTo>
                    <a:pt x="125552" y="0"/>
                  </a:lnTo>
                  <a:lnTo>
                    <a:pt x="125552" y="1255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53"/>
            <p:cNvSpPr/>
            <p:nvPr/>
          </p:nvSpPr>
          <p:spPr>
            <a:xfrm>
              <a:off x="5390329" y="2936392"/>
              <a:ext cx="125730" cy="125730"/>
            </a:xfrm>
            <a:custGeom>
              <a:rect b="b" l="l" r="r" t="t"/>
              <a:pathLst>
                <a:path extrusionOk="0" h="125730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53"/>
            <p:cNvSpPr/>
            <p:nvPr/>
          </p:nvSpPr>
          <p:spPr>
            <a:xfrm>
              <a:off x="5515882" y="2936387"/>
              <a:ext cx="125730" cy="125730"/>
            </a:xfrm>
            <a:custGeom>
              <a:rect b="b" l="l" r="r" t="t"/>
              <a:pathLst>
                <a:path extrusionOk="0" h="125730" w="125729">
                  <a:moveTo>
                    <a:pt x="125552" y="125508"/>
                  </a:moveTo>
                  <a:lnTo>
                    <a:pt x="0" y="125508"/>
                  </a:lnTo>
                  <a:lnTo>
                    <a:pt x="0" y="0"/>
                  </a:lnTo>
                  <a:lnTo>
                    <a:pt x="125552" y="0"/>
                  </a:lnTo>
                  <a:lnTo>
                    <a:pt x="125552" y="1255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53"/>
            <p:cNvSpPr/>
            <p:nvPr/>
          </p:nvSpPr>
          <p:spPr>
            <a:xfrm>
              <a:off x="5515882" y="2936392"/>
              <a:ext cx="125730" cy="125730"/>
            </a:xfrm>
            <a:custGeom>
              <a:rect b="b" l="l" r="r" t="t"/>
              <a:pathLst>
                <a:path extrusionOk="0" h="125730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48" name="Google Shape;1048;p5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641435" y="2936387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9" name="Google Shape;1049;p53"/>
            <p:cNvSpPr/>
            <p:nvPr/>
          </p:nvSpPr>
          <p:spPr>
            <a:xfrm>
              <a:off x="5641435" y="2936392"/>
              <a:ext cx="125730" cy="125730"/>
            </a:xfrm>
            <a:custGeom>
              <a:rect b="b" l="l" r="r" t="t"/>
              <a:pathLst>
                <a:path extrusionOk="0" h="125730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50" name="Google Shape;1050;p5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264777" y="3061896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1" name="Google Shape;1051;p53"/>
            <p:cNvSpPr/>
            <p:nvPr/>
          </p:nvSpPr>
          <p:spPr>
            <a:xfrm>
              <a:off x="5264778" y="3061901"/>
              <a:ext cx="125730" cy="125730"/>
            </a:xfrm>
            <a:custGeom>
              <a:rect b="b" l="l" r="r" t="t"/>
              <a:pathLst>
                <a:path extrusionOk="0" h="125730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52" name="Google Shape;1052;p5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390330" y="3061896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3" name="Google Shape;1053;p53"/>
            <p:cNvSpPr/>
            <p:nvPr/>
          </p:nvSpPr>
          <p:spPr>
            <a:xfrm>
              <a:off x="5390331" y="3061901"/>
              <a:ext cx="125730" cy="125730"/>
            </a:xfrm>
            <a:custGeom>
              <a:rect b="b" l="l" r="r" t="t"/>
              <a:pathLst>
                <a:path extrusionOk="0" h="125730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54" name="Google Shape;1054;p5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515883" y="3061896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5" name="Google Shape;1055;p53"/>
            <p:cNvSpPr/>
            <p:nvPr/>
          </p:nvSpPr>
          <p:spPr>
            <a:xfrm>
              <a:off x="5515883" y="3061901"/>
              <a:ext cx="125730" cy="125730"/>
            </a:xfrm>
            <a:custGeom>
              <a:rect b="b" l="l" r="r" t="t"/>
              <a:pathLst>
                <a:path extrusionOk="0" h="125730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56" name="Google Shape;1056;p5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641436" y="3061896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7" name="Google Shape;1057;p53"/>
            <p:cNvSpPr/>
            <p:nvPr/>
          </p:nvSpPr>
          <p:spPr>
            <a:xfrm>
              <a:off x="5641436" y="3061901"/>
              <a:ext cx="125730" cy="125730"/>
            </a:xfrm>
            <a:custGeom>
              <a:rect b="b" l="l" r="r" t="t"/>
              <a:pathLst>
                <a:path extrusionOk="0" h="125730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58" name="Google Shape;1058;p5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264779" y="3187405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9" name="Google Shape;1059;p53"/>
            <p:cNvSpPr/>
            <p:nvPr/>
          </p:nvSpPr>
          <p:spPr>
            <a:xfrm>
              <a:off x="5264779" y="3187410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53"/>
            <p:cNvSpPr/>
            <p:nvPr/>
          </p:nvSpPr>
          <p:spPr>
            <a:xfrm>
              <a:off x="5390332" y="3187405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125552" y="125508"/>
                  </a:moveTo>
                  <a:lnTo>
                    <a:pt x="0" y="125508"/>
                  </a:lnTo>
                  <a:lnTo>
                    <a:pt x="0" y="0"/>
                  </a:lnTo>
                  <a:lnTo>
                    <a:pt x="125552" y="0"/>
                  </a:lnTo>
                  <a:lnTo>
                    <a:pt x="125552" y="1255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53"/>
            <p:cNvSpPr/>
            <p:nvPr/>
          </p:nvSpPr>
          <p:spPr>
            <a:xfrm>
              <a:off x="5390332" y="3187410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53"/>
            <p:cNvSpPr/>
            <p:nvPr/>
          </p:nvSpPr>
          <p:spPr>
            <a:xfrm>
              <a:off x="5515885" y="3187405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125552" y="125508"/>
                  </a:moveTo>
                  <a:lnTo>
                    <a:pt x="0" y="125508"/>
                  </a:lnTo>
                  <a:lnTo>
                    <a:pt x="0" y="0"/>
                  </a:lnTo>
                  <a:lnTo>
                    <a:pt x="125552" y="0"/>
                  </a:lnTo>
                  <a:lnTo>
                    <a:pt x="125552" y="1255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53"/>
            <p:cNvSpPr/>
            <p:nvPr/>
          </p:nvSpPr>
          <p:spPr>
            <a:xfrm>
              <a:off x="5515885" y="3187410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64" name="Google Shape;1064;p53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641438" y="3187405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5" name="Google Shape;1065;p53"/>
            <p:cNvSpPr/>
            <p:nvPr/>
          </p:nvSpPr>
          <p:spPr>
            <a:xfrm>
              <a:off x="5641438" y="3187410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66" name="Google Shape;1066;p53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5264781" y="3312914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7" name="Google Shape;1067;p53"/>
            <p:cNvSpPr/>
            <p:nvPr/>
          </p:nvSpPr>
          <p:spPr>
            <a:xfrm>
              <a:off x="5264781" y="3312919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53"/>
            <p:cNvSpPr/>
            <p:nvPr/>
          </p:nvSpPr>
          <p:spPr>
            <a:xfrm>
              <a:off x="5390333" y="3312914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125552" y="125508"/>
                  </a:moveTo>
                  <a:lnTo>
                    <a:pt x="0" y="125508"/>
                  </a:lnTo>
                  <a:lnTo>
                    <a:pt x="0" y="0"/>
                  </a:lnTo>
                  <a:lnTo>
                    <a:pt x="125552" y="0"/>
                  </a:lnTo>
                  <a:lnTo>
                    <a:pt x="125552" y="1255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53"/>
            <p:cNvSpPr/>
            <p:nvPr/>
          </p:nvSpPr>
          <p:spPr>
            <a:xfrm>
              <a:off x="5390334" y="3312919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53"/>
            <p:cNvSpPr/>
            <p:nvPr/>
          </p:nvSpPr>
          <p:spPr>
            <a:xfrm>
              <a:off x="5515886" y="3312914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125552" y="125508"/>
                  </a:moveTo>
                  <a:lnTo>
                    <a:pt x="0" y="125508"/>
                  </a:lnTo>
                  <a:lnTo>
                    <a:pt x="0" y="0"/>
                  </a:lnTo>
                  <a:lnTo>
                    <a:pt x="125552" y="0"/>
                  </a:lnTo>
                  <a:lnTo>
                    <a:pt x="125552" y="1255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53"/>
            <p:cNvSpPr/>
            <p:nvPr/>
          </p:nvSpPr>
          <p:spPr>
            <a:xfrm>
              <a:off x="5515887" y="3312919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72" name="Google Shape;1072;p53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5641439" y="3312914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3" name="Google Shape;1073;p53"/>
            <p:cNvSpPr/>
            <p:nvPr/>
          </p:nvSpPr>
          <p:spPr>
            <a:xfrm>
              <a:off x="5641440" y="3312919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74" name="Google Shape;1074;p53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5264782" y="3563932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5" name="Google Shape;1075;p53"/>
            <p:cNvSpPr/>
            <p:nvPr/>
          </p:nvSpPr>
          <p:spPr>
            <a:xfrm>
              <a:off x="5264782" y="3563937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76" name="Google Shape;1076;p53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5390335" y="3563932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7" name="Google Shape;1077;p53"/>
            <p:cNvSpPr/>
            <p:nvPr/>
          </p:nvSpPr>
          <p:spPr>
            <a:xfrm>
              <a:off x="5390335" y="3563937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78" name="Google Shape;1078;p53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5515888" y="3563932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9" name="Google Shape;1079;p53"/>
            <p:cNvSpPr/>
            <p:nvPr/>
          </p:nvSpPr>
          <p:spPr>
            <a:xfrm>
              <a:off x="5515888" y="3563937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53"/>
            <p:cNvSpPr/>
            <p:nvPr/>
          </p:nvSpPr>
          <p:spPr>
            <a:xfrm>
              <a:off x="5641441" y="3563932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125552" y="125508"/>
                  </a:moveTo>
                  <a:lnTo>
                    <a:pt x="0" y="125508"/>
                  </a:lnTo>
                  <a:lnTo>
                    <a:pt x="0" y="0"/>
                  </a:lnTo>
                  <a:lnTo>
                    <a:pt x="125552" y="0"/>
                  </a:lnTo>
                  <a:lnTo>
                    <a:pt x="125552" y="1255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53"/>
            <p:cNvSpPr/>
            <p:nvPr/>
          </p:nvSpPr>
          <p:spPr>
            <a:xfrm>
              <a:off x="5641441" y="3563937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82" name="Google Shape;1082;p53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5264784" y="3689441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3" name="Google Shape;1083;p53"/>
            <p:cNvSpPr/>
            <p:nvPr/>
          </p:nvSpPr>
          <p:spPr>
            <a:xfrm>
              <a:off x="5264784" y="3689446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53"/>
            <p:cNvSpPr/>
            <p:nvPr/>
          </p:nvSpPr>
          <p:spPr>
            <a:xfrm>
              <a:off x="5390337" y="3689441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125552" y="125508"/>
                  </a:moveTo>
                  <a:lnTo>
                    <a:pt x="0" y="125508"/>
                  </a:lnTo>
                  <a:lnTo>
                    <a:pt x="0" y="0"/>
                  </a:lnTo>
                  <a:lnTo>
                    <a:pt x="125552" y="0"/>
                  </a:lnTo>
                  <a:lnTo>
                    <a:pt x="125552" y="1255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53"/>
            <p:cNvSpPr/>
            <p:nvPr/>
          </p:nvSpPr>
          <p:spPr>
            <a:xfrm>
              <a:off x="5390337" y="3689446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53"/>
            <p:cNvSpPr/>
            <p:nvPr/>
          </p:nvSpPr>
          <p:spPr>
            <a:xfrm>
              <a:off x="5515889" y="3689441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125552" y="125508"/>
                  </a:moveTo>
                  <a:lnTo>
                    <a:pt x="0" y="125508"/>
                  </a:lnTo>
                  <a:lnTo>
                    <a:pt x="0" y="0"/>
                  </a:lnTo>
                  <a:lnTo>
                    <a:pt x="125552" y="0"/>
                  </a:lnTo>
                  <a:lnTo>
                    <a:pt x="125552" y="1255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53"/>
            <p:cNvSpPr/>
            <p:nvPr/>
          </p:nvSpPr>
          <p:spPr>
            <a:xfrm>
              <a:off x="5515890" y="3689446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88" name="Google Shape;1088;p53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5641442" y="3689441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9" name="Google Shape;1089;p53"/>
            <p:cNvSpPr/>
            <p:nvPr/>
          </p:nvSpPr>
          <p:spPr>
            <a:xfrm>
              <a:off x="5641443" y="3689446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90" name="Google Shape;1090;p53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5264785" y="3814950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1" name="Google Shape;1091;p53"/>
            <p:cNvSpPr/>
            <p:nvPr/>
          </p:nvSpPr>
          <p:spPr>
            <a:xfrm>
              <a:off x="5264785" y="3814955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92" name="Google Shape;1092;p53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5390338" y="3814950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3" name="Google Shape;1093;p53"/>
            <p:cNvSpPr/>
            <p:nvPr/>
          </p:nvSpPr>
          <p:spPr>
            <a:xfrm>
              <a:off x="5390338" y="3814955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94" name="Google Shape;1094;p53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5515891" y="3814950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5" name="Google Shape;1095;p53"/>
            <p:cNvSpPr/>
            <p:nvPr/>
          </p:nvSpPr>
          <p:spPr>
            <a:xfrm>
              <a:off x="5515891" y="3814955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53"/>
            <p:cNvSpPr/>
            <p:nvPr/>
          </p:nvSpPr>
          <p:spPr>
            <a:xfrm>
              <a:off x="5641444" y="3814950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125552" y="125508"/>
                  </a:moveTo>
                  <a:lnTo>
                    <a:pt x="0" y="125508"/>
                  </a:lnTo>
                  <a:lnTo>
                    <a:pt x="0" y="0"/>
                  </a:lnTo>
                  <a:lnTo>
                    <a:pt x="125552" y="0"/>
                  </a:lnTo>
                  <a:lnTo>
                    <a:pt x="125552" y="1255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53"/>
            <p:cNvSpPr/>
            <p:nvPr/>
          </p:nvSpPr>
          <p:spPr>
            <a:xfrm>
              <a:off x="5641444" y="3814955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98" name="Google Shape;1098;p53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5264787" y="3940459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9" name="Google Shape;1099;p53"/>
            <p:cNvSpPr/>
            <p:nvPr/>
          </p:nvSpPr>
          <p:spPr>
            <a:xfrm>
              <a:off x="5264787" y="3940464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53"/>
            <p:cNvSpPr/>
            <p:nvPr/>
          </p:nvSpPr>
          <p:spPr>
            <a:xfrm>
              <a:off x="5390340" y="3940459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125552" y="125508"/>
                  </a:moveTo>
                  <a:lnTo>
                    <a:pt x="0" y="125508"/>
                  </a:lnTo>
                  <a:lnTo>
                    <a:pt x="0" y="0"/>
                  </a:lnTo>
                  <a:lnTo>
                    <a:pt x="125552" y="0"/>
                  </a:lnTo>
                  <a:lnTo>
                    <a:pt x="125552" y="1255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53"/>
            <p:cNvSpPr/>
            <p:nvPr/>
          </p:nvSpPr>
          <p:spPr>
            <a:xfrm>
              <a:off x="5390340" y="3940464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53"/>
            <p:cNvSpPr/>
            <p:nvPr/>
          </p:nvSpPr>
          <p:spPr>
            <a:xfrm>
              <a:off x="5515893" y="3940459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125552" y="125508"/>
                  </a:moveTo>
                  <a:lnTo>
                    <a:pt x="0" y="125508"/>
                  </a:lnTo>
                  <a:lnTo>
                    <a:pt x="0" y="0"/>
                  </a:lnTo>
                  <a:lnTo>
                    <a:pt x="125552" y="0"/>
                  </a:lnTo>
                  <a:lnTo>
                    <a:pt x="125552" y="1255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53"/>
            <p:cNvSpPr/>
            <p:nvPr/>
          </p:nvSpPr>
          <p:spPr>
            <a:xfrm>
              <a:off x="5515893" y="3940464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04" name="Google Shape;1104;p53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5641446" y="3940459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5" name="Google Shape;1105;p53"/>
            <p:cNvSpPr/>
            <p:nvPr/>
          </p:nvSpPr>
          <p:spPr>
            <a:xfrm>
              <a:off x="5641446" y="3940464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06" name="Google Shape;1106;p53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5264788" y="4065968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7" name="Google Shape;1107;p53"/>
            <p:cNvSpPr/>
            <p:nvPr/>
          </p:nvSpPr>
          <p:spPr>
            <a:xfrm>
              <a:off x="5264788" y="4065973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08" name="Google Shape;1108;p53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5390341" y="4065968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9" name="Google Shape;1109;p53"/>
            <p:cNvSpPr/>
            <p:nvPr/>
          </p:nvSpPr>
          <p:spPr>
            <a:xfrm>
              <a:off x="5390341" y="4065973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10" name="Google Shape;1110;p53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5515894" y="4065968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1" name="Google Shape;1111;p53"/>
            <p:cNvSpPr/>
            <p:nvPr/>
          </p:nvSpPr>
          <p:spPr>
            <a:xfrm>
              <a:off x="5515894" y="4065973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53"/>
            <p:cNvSpPr/>
            <p:nvPr/>
          </p:nvSpPr>
          <p:spPr>
            <a:xfrm>
              <a:off x="5641447" y="4065968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125552" y="125508"/>
                  </a:moveTo>
                  <a:lnTo>
                    <a:pt x="0" y="125508"/>
                  </a:lnTo>
                  <a:lnTo>
                    <a:pt x="0" y="0"/>
                  </a:lnTo>
                  <a:lnTo>
                    <a:pt x="125552" y="0"/>
                  </a:lnTo>
                  <a:lnTo>
                    <a:pt x="125552" y="1255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53"/>
            <p:cNvSpPr/>
            <p:nvPr/>
          </p:nvSpPr>
          <p:spPr>
            <a:xfrm>
              <a:off x="5641447" y="4065973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14" name="Google Shape;1114;p53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5264790" y="4316986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5" name="Google Shape;1115;p53"/>
            <p:cNvSpPr/>
            <p:nvPr/>
          </p:nvSpPr>
          <p:spPr>
            <a:xfrm>
              <a:off x="5264790" y="4316991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16" name="Google Shape;1116;p53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5390343" y="4316986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7" name="Google Shape;1117;p53"/>
            <p:cNvSpPr/>
            <p:nvPr/>
          </p:nvSpPr>
          <p:spPr>
            <a:xfrm>
              <a:off x="5390343" y="4316991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18" name="Google Shape;1118;p53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5515896" y="4316986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9" name="Google Shape;1119;p53"/>
            <p:cNvSpPr/>
            <p:nvPr/>
          </p:nvSpPr>
          <p:spPr>
            <a:xfrm>
              <a:off x="5515896" y="4316991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20" name="Google Shape;1120;p53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5641449" y="4316986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1" name="Google Shape;1121;p53"/>
            <p:cNvSpPr/>
            <p:nvPr/>
          </p:nvSpPr>
          <p:spPr>
            <a:xfrm>
              <a:off x="5641449" y="4316991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22" name="Google Shape;1122;p53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5264791" y="4442495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3" name="Google Shape;1123;p53"/>
            <p:cNvSpPr/>
            <p:nvPr/>
          </p:nvSpPr>
          <p:spPr>
            <a:xfrm>
              <a:off x="5264792" y="4442500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53"/>
            <p:cNvSpPr/>
            <p:nvPr/>
          </p:nvSpPr>
          <p:spPr>
            <a:xfrm>
              <a:off x="5390344" y="4442495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125552" y="125508"/>
                  </a:moveTo>
                  <a:lnTo>
                    <a:pt x="0" y="125508"/>
                  </a:lnTo>
                  <a:lnTo>
                    <a:pt x="0" y="0"/>
                  </a:lnTo>
                  <a:lnTo>
                    <a:pt x="125552" y="0"/>
                  </a:lnTo>
                  <a:lnTo>
                    <a:pt x="125552" y="1255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53"/>
            <p:cNvSpPr/>
            <p:nvPr/>
          </p:nvSpPr>
          <p:spPr>
            <a:xfrm>
              <a:off x="5390344" y="4442500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53"/>
            <p:cNvSpPr/>
            <p:nvPr/>
          </p:nvSpPr>
          <p:spPr>
            <a:xfrm>
              <a:off x="5515897" y="4442495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125552" y="125508"/>
                  </a:moveTo>
                  <a:lnTo>
                    <a:pt x="0" y="125508"/>
                  </a:lnTo>
                  <a:lnTo>
                    <a:pt x="0" y="0"/>
                  </a:lnTo>
                  <a:lnTo>
                    <a:pt x="125552" y="0"/>
                  </a:lnTo>
                  <a:lnTo>
                    <a:pt x="125552" y="1255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53"/>
            <p:cNvSpPr/>
            <p:nvPr/>
          </p:nvSpPr>
          <p:spPr>
            <a:xfrm>
              <a:off x="5515897" y="4442500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53"/>
            <p:cNvSpPr/>
            <p:nvPr/>
          </p:nvSpPr>
          <p:spPr>
            <a:xfrm>
              <a:off x="5641450" y="4442495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125552" y="125508"/>
                  </a:moveTo>
                  <a:lnTo>
                    <a:pt x="0" y="125508"/>
                  </a:lnTo>
                  <a:lnTo>
                    <a:pt x="0" y="0"/>
                  </a:lnTo>
                  <a:lnTo>
                    <a:pt x="125552" y="0"/>
                  </a:lnTo>
                  <a:lnTo>
                    <a:pt x="125552" y="1255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53"/>
            <p:cNvSpPr/>
            <p:nvPr/>
          </p:nvSpPr>
          <p:spPr>
            <a:xfrm>
              <a:off x="5641450" y="4442500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30" name="Google Shape;1130;p53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5264793" y="4568004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1" name="Google Shape;1131;p53"/>
            <p:cNvSpPr/>
            <p:nvPr/>
          </p:nvSpPr>
          <p:spPr>
            <a:xfrm>
              <a:off x="5264793" y="4568009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53"/>
            <p:cNvSpPr/>
            <p:nvPr/>
          </p:nvSpPr>
          <p:spPr>
            <a:xfrm>
              <a:off x="5390346" y="4568004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125552" y="125508"/>
                  </a:moveTo>
                  <a:lnTo>
                    <a:pt x="0" y="125508"/>
                  </a:lnTo>
                  <a:lnTo>
                    <a:pt x="0" y="0"/>
                  </a:lnTo>
                  <a:lnTo>
                    <a:pt x="125552" y="0"/>
                  </a:lnTo>
                  <a:lnTo>
                    <a:pt x="125552" y="1255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53"/>
            <p:cNvSpPr/>
            <p:nvPr/>
          </p:nvSpPr>
          <p:spPr>
            <a:xfrm>
              <a:off x="5390346" y="4568009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53"/>
            <p:cNvSpPr/>
            <p:nvPr/>
          </p:nvSpPr>
          <p:spPr>
            <a:xfrm>
              <a:off x="5515899" y="4568004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125552" y="125508"/>
                  </a:moveTo>
                  <a:lnTo>
                    <a:pt x="0" y="125508"/>
                  </a:lnTo>
                  <a:lnTo>
                    <a:pt x="0" y="0"/>
                  </a:lnTo>
                  <a:lnTo>
                    <a:pt x="125552" y="0"/>
                  </a:lnTo>
                  <a:lnTo>
                    <a:pt x="125552" y="1255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53"/>
            <p:cNvSpPr/>
            <p:nvPr/>
          </p:nvSpPr>
          <p:spPr>
            <a:xfrm>
              <a:off x="5515899" y="4568009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53"/>
            <p:cNvSpPr/>
            <p:nvPr/>
          </p:nvSpPr>
          <p:spPr>
            <a:xfrm>
              <a:off x="5641452" y="4568004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125552" y="125508"/>
                  </a:moveTo>
                  <a:lnTo>
                    <a:pt x="0" y="125508"/>
                  </a:lnTo>
                  <a:lnTo>
                    <a:pt x="0" y="0"/>
                  </a:lnTo>
                  <a:lnTo>
                    <a:pt x="125552" y="0"/>
                  </a:lnTo>
                  <a:lnTo>
                    <a:pt x="125552" y="1255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53"/>
            <p:cNvSpPr/>
            <p:nvPr/>
          </p:nvSpPr>
          <p:spPr>
            <a:xfrm>
              <a:off x="5641452" y="4568009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38" name="Google Shape;1138;p53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5264794" y="4693513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9" name="Google Shape;1139;p53"/>
            <p:cNvSpPr/>
            <p:nvPr/>
          </p:nvSpPr>
          <p:spPr>
            <a:xfrm>
              <a:off x="5264795" y="4693518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53"/>
            <p:cNvSpPr/>
            <p:nvPr/>
          </p:nvSpPr>
          <p:spPr>
            <a:xfrm>
              <a:off x="5390347" y="4693513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125552" y="125508"/>
                  </a:moveTo>
                  <a:lnTo>
                    <a:pt x="0" y="125508"/>
                  </a:lnTo>
                  <a:lnTo>
                    <a:pt x="0" y="0"/>
                  </a:lnTo>
                  <a:lnTo>
                    <a:pt x="125552" y="0"/>
                  </a:lnTo>
                  <a:lnTo>
                    <a:pt x="125552" y="1255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53"/>
            <p:cNvSpPr/>
            <p:nvPr/>
          </p:nvSpPr>
          <p:spPr>
            <a:xfrm>
              <a:off x="5390348" y="4693518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53"/>
            <p:cNvSpPr/>
            <p:nvPr/>
          </p:nvSpPr>
          <p:spPr>
            <a:xfrm>
              <a:off x="5515900" y="4693513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125552" y="125508"/>
                  </a:moveTo>
                  <a:lnTo>
                    <a:pt x="0" y="125508"/>
                  </a:lnTo>
                  <a:lnTo>
                    <a:pt x="0" y="0"/>
                  </a:lnTo>
                  <a:lnTo>
                    <a:pt x="125552" y="0"/>
                  </a:lnTo>
                  <a:lnTo>
                    <a:pt x="125552" y="1255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53"/>
            <p:cNvSpPr/>
            <p:nvPr/>
          </p:nvSpPr>
          <p:spPr>
            <a:xfrm>
              <a:off x="5515901" y="4693518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53"/>
            <p:cNvSpPr/>
            <p:nvPr/>
          </p:nvSpPr>
          <p:spPr>
            <a:xfrm>
              <a:off x="5641453" y="4693513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125552" y="125508"/>
                  </a:moveTo>
                  <a:lnTo>
                    <a:pt x="0" y="125508"/>
                  </a:lnTo>
                  <a:lnTo>
                    <a:pt x="0" y="0"/>
                  </a:lnTo>
                  <a:lnTo>
                    <a:pt x="125552" y="0"/>
                  </a:lnTo>
                  <a:lnTo>
                    <a:pt x="125552" y="1255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53"/>
            <p:cNvSpPr/>
            <p:nvPr/>
          </p:nvSpPr>
          <p:spPr>
            <a:xfrm>
              <a:off x="5641453" y="4693518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46" name="Google Shape;1146;p53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5264796" y="4819022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7" name="Google Shape;1147;p53"/>
            <p:cNvSpPr/>
            <p:nvPr/>
          </p:nvSpPr>
          <p:spPr>
            <a:xfrm>
              <a:off x="5264796" y="4819026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48" name="Google Shape;1148;p53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5390349" y="4819022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9" name="Google Shape;1149;p53"/>
            <p:cNvSpPr/>
            <p:nvPr/>
          </p:nvSpPr>
          <p:spPr>
            <a:xfrm>
              <a:off x="5390349" y="4819026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50" name="Google Shape;1150;p53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5515902" y="4819022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1" name="Google Shape;1151;p53"/>
            <p:cNvSpPr/>
            <p:nvPr/>
          </p:nvSpPr>
          <p:spPr>
            <a:xfrm>
              <a:off x="5515902" y="4819026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52" name="Google Shape;1152;p53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5641455" y="4819022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3" name="Google Shape;1153;p53"/>
            <p:cNvSpPr/>
            <p:nvPr/>
          </p:nvSpPr>
          <p:spPr>
            <a:xfrm>
              <a:off x="5641455" y="4819026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54" name="Google Shape;1154;p53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5955337" y="3563932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5" name="Google Shape;1155;p53"/>
            <p:cNvSpPr/>
            <p:nvPr/>
          </p:nvSpPr>
          <p:spPr>
            <a:xfrm>
              <a:off x="5955337" y="3563937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56" name="Google Shape;1156;p53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6080890" y="3563932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7" name="Google Shape;1157;p53"/>
            <p:cNvSpPr/>
            <p:nvPr/>
          </p:nvSpPr>
          <p:spPr>
            <a:xfrm>
              <a:off x="6080890" y="3563937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58" name="Google Shape;1158;p53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6206442" y="3563932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9" name="Google Shape;1159;p53"/>
            <p:cNvSpPr/>
            <p:nvPr/>
          </p:nvSpPr>
          <p:spPr>
            <a:xfrm>
              <a:off x="6206443" y="3563937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60" name="Google Shape;1160;p53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6331995" y="3563932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1" name="Google Shape;1161;p53"/>
            <p:cNvSpPr/>
            <p:nvPr/>
          </p:nvSpPr>
          <p:spPr>
            <a:xfrm>
              <a:off x="6331996" y="3563937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62" name="Google Shape;1162;p53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5955338" y="3689441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3" name="Google Shape;1163;p53"/>
            <p:cNvSpPr/>
            <p:nvPr/>
          </p:nvSpPr>
          <p:spPr>
            <a:xfrm>
              <a:off x="5955338" y="3689446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53"/>
            <p:cNvSpPr/>
            <p:nvPr/>
          </p:nvSpPr>
          <p:spPr>
            <a:xfrm>
              <a:off x="6080891" y="3689441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125552" y="125508"/>
                  </a:moveTo>
                  <a:lnTo>
                    <a:pt x="0" y="125508"/>
                  </a:lnTo>
                  <a:lnTo>
                    <a:pt x="0" y="0"/>
                  </a:lnTo>
                  <a:lnTo>
                    <a:pt x="125552" y="0"/>
                  </a:lnTo>
                  <a:lnTo>
                    <a:pt x="125552" y="1255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53"/>
            <p:cNvSpPr/>
            <p:nvPr/>
          </p:nvSpPr>
          <p:spPr>
            <a:xfrm>
              <a:off x="6080891" y="3689446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53"/>
            <p:cNvSpPr/>
            <p:nvPr/>
          </p:nvSpPr>
          <p:spPr>
            <a:xfrm>
              <a:off x="6206444" y="3689441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125552" y="125508"/>
                  </a:moveTo>
                  <a:lnTo>
                    <a:pt x="0" y="125508"/>
                  </a:lnTo>
                  <a:lnTo>
                    <a:pt x="0" y="0"/>
                  </a:lnTo>
                  <a:lnTo>
                    <a:pt x="125552" y="0"/>
                  </a:lnTo>
                  <a:lnTo>
                    <a:pt x="125552" y="1255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53"/>
            <p:cNvSpPr/>
            <p:nvPr/>
          </p:nvSpPr>
          <p:spPr>
            <a:xfrm>
              <a:off x="6206444" y="3689446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53"/>
            <p:cNvSpPr/>
            <p:nvPr/>
          </p:nvSpPr>
          <p:spPr>
            <a:xfrm>
              <a:off x="6331997" y="3689441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125552" y="125508"/>
                  </a:moveTo>
                  <a:lnTo>
                    <a:pt x="0" y="125508"/>
                  </a:lnTo>
                  <a:lnTo>
                    <a:pt x="0" y="0"/>
                  </a:lnTo>
                  <a:lnTo>
                    <a:pt x="125552" y="0"/>
                  </a:lnTo>
                  <a:lnTo>
                    <a:pt x="125552" y="1255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53"/>
            <p:cNvSpPr/>
            <p:nvPr/>
          </p:nvSpPr>
          <p:spPr>
            <a:xfrm>
              <a:off x="6331997" y="3689446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70" name="Google Shape;1170;p53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5955340" y="3814950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1" name="Google Shape;1171;p53"/>
            <p:cNvSpPr/>
            <p:nvPr/>
          </p:nvSpPr>
          <p:spPr>
            <a:xfrm>
              <a:off x="5955340" y="3814955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72" name="Google Shape;1172;p53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6080893" y="3814950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3" name="Google Shape;1173;p53"/>
            <p:cNvSpPr/>
            <p:nvPr/>
          </p:nvSpPr>
          <p:spPr>
            <a:xfrm>
              <a:off x="6080893" y="3814955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74" name="Google Shape;1174;p53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6206446" y="3814950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5" name="Google Shape;1175;p53"/>
            <p:cNvSpPr/>
            <p:nvPr/>
          </p:nvSpPr>
          <p:spPr>
            <a:xfrm>
              <a:off x="6206446" y="3814955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76" name="Google Shape;1176;p53"/>
            <p:cNvPicPr preferRelativeResize="0"/>
            <p:nvPr/>
          </p:nvPicPr>
          <p:blipFill rotWithShape="1">
            <a:blip r:embed="rId47">
              <a:alphaModFix/>
            </a:blip>
            <a:srcRect b="0" l="0" r="0" t="0"/>
            <a:stretch/>
          </p:blipFill>
          <p:spPr>
            <a:xfrm>
              <a:off x="6331999" y="3814950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7" name="Google Shape;1177;p53"/>
            <p:cNvSpPr/>
            <p:nvPr/>
          </p:nvSpPr>
          <p:spPr>
            <a:xfrm>
              <a:off x="6331999" y="3814955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78" name="Google Shape;1178;p53"/>
            <p:cNvPicPr preferRelativeResize="0"/>
            <p:nvPr/>
          </p:nvPicPr>
          <p:blipFill rotWithShape="1">
            <a:blip r:embed="rId48">
              <a:alphaModFix/>
            </a:blip>
            <a:srcRect b="0" l="0" r="0" t="0"/>
            <a:stretch/>
          </p:blipFill>
          <p:spPr>
            <a:xfrm>
              <a:off x="5955341" y="3940459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9" name="Google Shape;1179;p53"/>
            <p:cNvSpPr/>
            <p:nvPr/>
          </p:nvSpPr>
          <p:spPr>
            <a:xfrm>
              <a:off x="5955341" y="3940464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53"/>
            <p:cNvSpPr/>
            <p:nvPr/>
          </p:nvSpPr>
          <p:spPr>
            <a:xfrm>
              <a:off x="6080894" y="3940459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125552" y="125508"/>
                  </a:moveTo>
                  <a:lnTo>
                    <a:pt x="0" y="125508"/>
                  </a:lnTo>
                  <a:lnTo>
                    <a:pt x="0" y="0"/>
                  </a:lnTo>
                  <a:lnTo>
                    <a:pt x="125552" y="0"/>
                  </a:lnTo>
                  <a:lnTo>
                    <a:pt x="125552" y="1255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53"/>
            <p:cNvSpPr/>
            <p:nvPr/>
          </p:nvSpPr>
          <p:spPr>
            <a:xfrm>
              <a:off x="6080894" y="3940464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53"/>
            <p:cNvSpPr/>
            <p:nvPr/>
          </p:nvSpPr>
          <p:spPr>
            <a:xfrm>
              <a:off x="6206447" y="3940459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125552" y="125508"/>
                  </a:moveTo>
                  <a:lnTo>
                    <a:pt x="0" y="125508"/>
                  </a:lnTo>
                  <a:lnTo>
                    <a:pt x="0" y="0"/>
                  </a:lnTo>
                  <a:lnTo>
                    <a:pt x="125552" y="0"/>
                  </a:lnTo>
                  <a:lnTo>
                    <a:pt x="125552" y="1255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53"/>
            <p:cNvSpPr/>
            <p:nvPr/>
          </p:nvSpPr>
          <p:spPr>
            <a:xfrm>
              <a:off x="6206447" y="3940464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53"/>
            <p:cNvSpPr/>
            <p:nvPr/>
          </p:nvSpPr>
          <p:spPr>
            <a:xfrm>
              <a:off x="6332000" y="3940459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125552" y="125508"/>
                  </a:moveTo>
                  <a:lnTo>
                    <a:pt x="0" y="125508"/>
                  </a:lnTo>
                  <a:lnTo>
                    <a:pt x="0" y="0"/>
                  </a:lnTo>
                  <a:lnTo>
                    <a:pt x="125552" y="0"/>
                  </a:lnTo>
                  <a:lnTo>
                    <a:pt x="125552" y="1255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53"/>
            <p:cNvSpPr/>
            <p:nvPr/>
          </p:nvSpPr>
          <p:spPr>
            <a:xfrm>
              <a:off x="6332000" y="3940464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86" name="Google Shape;1186;p53"/>
            <p:cNvPicPr preferRelativeResize="0"/>
            <p:nvPr/>
          </p:nvPicPr>
          <p:blipFill rotWithShape="1">
            <a:blip r:embed="rId49">
              <a:alphaModFix/>
            </a:blip>
            <a:srcRect b="0" l="0" r="0" t="0"/>
            <a:stretch/>
          </p:blipFill>
          <p:spPr>
            <a:xfrm>
              <a:off x="5955343" y="4065968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7" name="Google Shape;1187;p53"/>
            <p:cNvSpPr/>
            <p:nvPr/>
          </p:nvSpPr>
          <p:spPr>
            <a:xfrm>
              <a:off x="5955343" y="4065973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88" name="Google Shape;1188;p53"/>
            <p:cNvPicPr preferRelativeResize="0"/>
            <p:nvPr/>
          </p:nvPicPr>
          <p:blipFill rotWithShape="1">
            <a:blip r:embed="rId50">
              <a:alphaModFix/>
            </a:blip>
            <a:srcRect b="0" l="0" r="0" t="0"/>
            <a:stretch/>
          </p:blipFill>
          <p:spPr>
            <a:xfrm>
              <a:off x="6080896" y="4065968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9" name="Google Shape;1189;p53"/>
            <p:cNvSpPr/>
            <p:nvPr/>
          </p:nvSpPr>
          <p:spPr>
            <a:xfrm>
              <a:off x="6080896" y="4065973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90" name="Google Shape;1190;p53"/>
            <p:cNvPicPr preferRelativeResize="0"/>
            <p:nvPr/>
          </p:nvPicPr>
          <p:blipFill rotWithShape="1">
            <a:blip r:embed="rId51">
              <a:alphaModFix/>
            </a:blip>
            <a:srcRect b="0" l="0" r="0" t="0"/>
            <a:stretch/>
          </p:blipFill>
          <p:spPr>
            <a:xfrm>
              <a:off x="6206449" y="4065968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1" name="Google Shape;1191;p53"/>
            <p:cNvSpPr/>
            <p:nvPr/>
          </p:nvSpPr>
          <p:spPr>
            <a:xfrm>
              <a:off x="6206449" y="4065973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92" name="Google Shape;1192;p53"/>
            <p:cNvPicPr preferRelativeResize="0"/>
            <p:nvPr/>
          </p:nvPicPr>
          <p:blipFill rotWithShape="1">
            <a:blip r:embed="rId52">
              <a:alphaModFix/>
            </a:blip>
            <a:srcRect b="0" l="0" r="0" t="0"/>
            <a:stretch/>
          </p:blipFill>
          <p:spPr>
            <a:xfrm>
              <a:off x="6332002" y="4065968"/>
              <a:ext cx="125552" cy="12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3" name="Google Shape;1193;p53"/>
            <p:cNvSpPr/>
            <p:nvPr/>
          </p:nvSpPr>
          <p:spPr>
            <a:xfrm>
              <a:off x="6332002" y="4065973"/>
              <a:ext cx="125730" cy="125730"/>
            </a:xfrm>
            <a:custGeom>
              <a:rect b="b" l="l" r="r" t="t"/>
              <a:pathLst>
                <a:path extrusionOk="0" h="125729" w="125729">
                  <a:moveTo>
                    <a:pt x="0" y="0"/>
                  </a:moveTo>
                  <a:lnTo>
                    <a:pt x="125552" y="0"/>
                  </a:lnTo>
                  <a:lnTo>
                    <a:pt x="125552" y="125508"/>
                  </a:lnTo>
                  <a:lnTo>
                    <a:pt x="0" y="125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53"/>
            <p:cNvSpPr/>
            <p:nvPr/>
          </p:nvSpPr>
          <p:spPr>
            <a:xfrm>
              <a:off x="6771436" y="2434356"/>
              <a:ext cx="62865" cy="76835"/>
            </a:xfrm>
            <a:custGeom>
              <a:rect b="b" l="l" r="r" t="t"/>
              <a:pathLst>
                <a:path extrusionOk="0" h="76835" w="62865">
                  <a:moveTo>
                    <a:pt x="27900" y="76699"/>
                  </a:moveTo>
                  <a:lnTo>
                    <a:pt x="27900" y="41836"/>
                  </a:lnTo>
                  <a:lnTo>
                    <a:pt x="0" y="48809"/>
                  </a:lnTo>
                  <a:lnTo>
                    <a:pt x="62776" y="0"/>
                  </a:lnTo>
                  <a:lnTo>
                    <a:pt x="27900" y="7669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53"/>
            <p:cNvSpPr/>
            <p:nvPr/>
          </p:nvSpPr>
          <p:spPr>
            <a:xfrm>
              <a:off x="6018122" y="2476194"/>
              <a:ext cx="781685" cy="1087755"/>
            </a:xfrm>
            <a:custGeom>
              <a:rect b="b" l="l" r="r" t="t"/>
              <a:pathLst>
                <a:path extrusionOk="0" h="1087754" w="781684">
                  <a:moveTo>
                    <a:pt x="0" y="1087742"/>
                  </a:moveTo>
                  <a:lnTo>
                    <a:pt x="781214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53"/>
            <p:cNvSpPr/>
            <p:nvPr/>
          </p:nvSpPr>
          <p:spPr>
            <a:xfrm>
              <a:off x="6771436" y="2622619"/>
              <a:ext cx="62865" cy="76835"/>
            </a:xfrm>
            <a:custGeom>
              <a:rect b="b" l="l" r="r" t="t"/>
              <a:pathLst>
                <a:path extrusionOk="0" h="76835" w="62865">
                  <a:moveTo>
                    <a:pt x="27900" y="76699"/>
                  </a:moveTo>
                  <a:lnTo>
                    <a:pt x="27900" y="41836"/>
                  </a:lnTo>
                  <a:lnTo>
                    <a:pt x="0" y="48809"/>
                  </a:lnTo>
                  <a:lnTo>
                    <a:pt x="62776" y="0"/>
                  </a:lnTo>
                  <a:lnTo>
                    <a:pt x="27900" y="7669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53"/>
            <p:cNvSpPr/>
            <p:nvPr/>
          </p:nvSpPr>
          <p:spPr>
            <a:xfrm>
              <a:off x="6143675" y="2664444"/>
              <a:ext cx="655955" cy="899794"/>
            </a:xfrm>
            <a:custGeom>
              <a:rect b="b" l="l" r="r" t="t"/>
              <a:pathLst>
                <a:path extrusionOk="0" h="899795" w="655954">
                  <a:moveTo>
                    <a:pt x="0" y="899492"/>
                  </a:moveTo>
                  <a:lnTo>
                    <a:pt x="65567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53"/>
            <p:cNvSpPr/>
            <p:nvPr/>
          </p:nvSpPr>
          <p:spPr>
            <a:xfrm>
              <a:off x="6764461" y="2810883"/>
              <a:ext cx="69850" cy="76835"/>
            </a:xfrm>
            <a:custGeom>
              <a:rect b="b" l="l" r="r" t="t"/>
              <a:pathLst>
                <a:path extrusionOk="0" h="76835" w="69850">
                  <a:moveTo>
                    <a:pt x="34875" y="76699"/>
                  </a:moveTo>
                  <a:lnTo>
                    <a:pt x="34875" y="41836"/>
                  </a:lnTo>
                  <a:lnTo>
                    <a:pt x="0" y="48809"/>
                  </a:lnTo>
                  <a:lnTo>
                    <a:pt x="69751" y="0"/>
                  </a:lnTo>
                  <a:lnTo>
                    <a:pt x="34875" y="7669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53"/>
            <p:cNvSpPr/>
            <p:nvPr/>
          </p:nvSpPr>
          <p:spPr>
            <a:xfrm>
              <a:off x="6269227" y="2852714"/>
              <a:ext cx="530225" cy="711835"/>
            </a:xfrm>
            <a:custGeom>
              <a:rect b="b" l="l" r="r" t="t"/>
              <a:pathLst>
                <a:path extrusionOk="0" h="711835" w="530225">
                  <a:moveTo>
                    <a:pt x="0" y="711222"/>
                  </a:moveTo>
                  <a:lnTo>
                    <a:pt x="530114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53"/>
            <p:cNvSpPr/>
            <p:nvPr/>
          </p:nvSpPr>
          <p:spPr>
            <a:xfrm>
              <a:off x="6764462" y="2999146"/>
              <a:ext cx="69850" cy="76835"/>
            </a:xfrm>
            <a:custGeom>
              <a:rect b="b" l="l" r="r" t="t"/>
              <a:pathLst>
                <a:path extrusionOk="0" h="76835" w="69850">
                  <a:moveTo>
                    <a:pt x="34875" y="76699"/>
                  </a:moveTo>
                  <a:lnTo>
                    <a:pt x="34875" y="41836"/>
                  </a:lnTo>
                  <a:lnTo>
                    <a:pt x="0" y="48809"/>
                  </a:lnTo>
                  <a:lnTo>
                    <a:pt x="69751" y="0"/>
                  </a:lnTo>
                  <a:lnTo>
                    <a:pt x="34875" y="7669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53"/>
            <p:cNvSpPr/>
            <p:nvPr/>
          </p:nvSpPr>
          <p:spPr>
            <a:xfrm>
              <a:off x="6394780" y="3040979"/>
              <a:ext cx="405130" cy="523240"/>
            </a:xfrm>
            <a:custGeom>
              <a:rect b="b" l="l" r="r" t="t"/>
              <a:pathLst>
                <a:path extrusionOk="0" h="523239" w="405129">
                  <a:moveTo>
                    <a:pt x="0" y="522958"/>
                  </a:moveTo>
                  <a:lnTo>
                    <a:pt x="40456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53"/>
            <p:cNvSpPr/>
            <p:nvPr/>
          </p:nvSpPr>
          <p:spPr>
            <a:xfrm>
              <a:off x="6792363" y="5864933"/>
              <a:ext cx="41910" cy="83820"/>
            </a:xfrm>
            <a:custGeom>
              <a:rect b="b" l="l" r="r" t="t"/>
              <a:pathLst>
                <a:path extrusionOk="0" h="83820" w="41909">
                  <a:moveTo>
                    <a:pt x="41850" y="83672"/>
                  </a:moveTo>
                  <a:lnTo>
                    <a:pt x="0" y="13945"/>
                  </a:lnTo>
                  <a:lnTo>
                    <a:pt x="27900" y="34870"/>
                  </a:lnTo>
                  <a:lnTo>
                    <a:pt x="41850" y="0"/>
                  </a:lnTo>
                  <a:lnTo>
                    <a:pt x="41850" y="836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53"/>
            <p:cNvSpPr/>
            <p:nvPr/>
          </p:nvSpPr>
          <p:spPr>
            <a:xfrm>
              <a:off x="6394781" y="4191482"/>
              <a:ext cx="426084" cy="1708785"/>
            </a:xfrm>
            <a:custGeom>
              <a:rect b="b" l="l" r="r" t="t"/>
              <a:pathLst>
                <a:path extrusionOk="0" h="1708785" w="426084">
                  <a:moveTo>
                    <a:pt x="0" y="0"/>
                  </a:moveTo>
                  <a:lnTo>
                    <a:pt x="425483" y="1708316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53"/>
            <p:cNvSpPr/>
            <p:nvPr/>
          </p:nvSpPr>
          <p:spPr>
            <a:xfrm>
              <a:off x="6785389" y="5620887"/>
              <a:ext cx="48895" cy="76835"/>
            </a:xfrm>
            <a:custGeom>
              <a:rect b="b" l="l" r="r" t="t"/>
              <a:pathLst>
                <a:path extrusionOk="0" h="76835" w="48895">
                  <a:moveTo>
                    <a:pt x="48825" y="76699"/>
                  </a:moveTo>
                  <a:lnTo>
                    <a:pt x="0" y="13945"/>
                  </a:lnTo>
                  <a:lnTo>
                    <a:pt x="27900" y="27897"/>
                  </a:lnTo>
                  <a:lnTo>
                    <a:pt x="34875" y="0"/>
                  </a:lnTo>
                  <a:lnTo>
                    <a:pt x="48825" y="7669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53"/>
            <p:cNvSpPr/>
            <p:nvPr/>
          </p:nvSpPr>
          <p:spPr>
            <a:xfrm>
              <a:off x="6269229" y="4191482"/>
              <a:ext cx="544195" cy="1457325"/>
            </a:xfrm>
            <a:custGeom>
              <a:rect b="b" l="l" r="r" t="t"/>
              <a:pathLst>
                <a:path extrusionOk="0" h="1457325" w="544195">
                  <a:moveTo>
                    <a:pt x="0" y="0"/>
                  </a:moveTo>
                  <a:lnTo>
                    <a:pt x="544060" y="1457297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53"/>
            <p:cNvSpPr/>
            <p:nvPr/>
          </p:nvSpPr>
          <p:spPr>
            <a:xfrm>
              <a:off x="6778415" y="5432624"/>
              <a:ext cx="55880" cy="76835"/>
            </a:xfrm>
            <a:custGeom>
              <a:rect b="b" l="l" r="r" t="t"/>
              <a:pathLst>
                <a:path extrusionOk="0" h="76835" w="55879">
                  <a:moveTo>
                    <a:pt x="55801" y="76699"/>
                  </a:moveTo>
                  <a:lnTo>
                    <a:pt x="0" y="13945"/>
                  </a:lnTo>
                  <a:lnTo>
                    <a:pt x="27900" y="27897"/>
                  </a:lnTo>
                  <a:lnTo>
                    <a:pt x="34875" y="0"/>
                  </a:lnTo>
                  <a:lnTo>
                    <a:pt x="55801" y="7669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53"/>
            <p:cNvSpPr/>
            <p:nvPr/>
          </p:nvSpPr>
          <p:spPr>
            <a:xfrm>
              <a:off x="6143676" y="4191482"/>
              <a:ext cx="662940" cy="1269365"/>
            </a:xfrm>
            <a:custGeom>
              <a:rect b="b" l="l" r="r" t="t"/>
              <a:pathLst>
                <a:path extrusionOk="0" h="1269364" w="662940">
                  <a:moveTo>
                    <a:pt x="0" y="0"/>
                  </a:moveTo>
                  <a:lnTo>
                    <a:pt x="662637" y="1269033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53"/>
            <p:cNvSpPr/>
            <p:nvPr/>
          </p:nvSpPr>
          <p:spPr>
            <a:xfrm>
              <a:off x="6771441" y="5244365"/>
              <a:ext cx="62865" cy="76835"/>
            </a:xfrm>
            <a:custGeom>
              <a:rect b="b" l="l" r="r" t="t"/>
              <a:pathLst>
                <a:path extrusionOk="0" h="76835" w="62865">
                  <a:moveTo>
                    <a:pt x="62776" y="76692"/>
                  </a:moveTo>
                  <a:lnTo>
                    <a:pt x="0" y="27890"/>
                  </a:lnTo>
                  <a:lnTo>
                    <a:pt x="27900" y="34863"/>
                  </a:lnTo>
                  <a:lnTo>
                    <a:pt x="27900" y="0"/>
                  </a:lnTo>
                  <a:lnTo>
                    <a:pt x="62776" y="766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53"/>
            <p:cNvSpPr/>
            <p:nvPr/>
          </p:nvSpPr>
          <p:spPr>
            <a:xfrm>
              <a:off x="6018124" y="4191482"/>
              <a:ext cx="781685" cy="1087755"/>
            </a:xfrm>
            <a:custGeom>
              <a:rect b="b" l="l" r="r" t="t"/>
              <a:pathLst>
                <a:path extrusionOk="0" h="1087754" w="781684">
                  <a:moveTo>
                    <a:pt x="0" y="0"/>
                  </a:moveTo>
                  <a:lnTo>
                    <a:pt x="781214" y="1087742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53"/>
            <p:cNvSpPr/>
            <p:nvPr/>
          </p:nvSpPr>
          <p:spPr>
            <a:xfrm>
              <a:off x="6750515" y="3682470"/>
              <a:ext cx="83820" cy="41910"/>
            </a:xfrm>
            <a:custGeom>
              <a:rect b="b" l="l" r="r" t="t"/>
              <a:pathLst>
                <a:path extrusionOk="0" h="41910" w="83820">
                  <a:moveTo>
                    <a:pt x="6968" y="41836"/>
                  </a:moveTo>
                  <a:lnTo>
                    <a:pt x="27900" y="13945"/>
                  </a:lnTo>
                  <a:lnTo>
                    <a:pt x="0" y="0"/>
                  </a:lnTo>
                  <a:lnTo>
                    <a:pt x="83701" y="6972"/>
                  </a:lnTo>
                  <a:lnTo>
                    <a:pt x="6968" y="418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53"/>
            <p:cNvSpPr/>
            <p:nvPr/>
          </p:nvSpPr>
          <p:spPr>
            <a:xfrm>
              <a:off x="6457555" y="3696420"/>
              <a:ext cx="321310" cy="55880"/>
            </a:xfrm>
            <a:custGeom>
              <a:rect b="b" l="l" r="r" t="t"/>
              <a:pathLst>
                <a:path extrusionOk="0" h="55879" w="321309">
                  <a:moveTo>
                    <a:pt x="0" y="55781"/>
                  </a:moveTo>
                  <a:lnTo>
                    <a:pt x="320854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53"/>
            <p:cNvSpPr/>
            <p:nvPr/>
          </p:nvSpPr>
          <p:spPr>
            <a:xfrm>
              <a:off x="6771442" y="4365797"/>
              <a:ext cx="62865" cy="76835"/>
            </a:xfrm>
            <a:custGeom>
              <a:rect b="b" l="l" r="r" t="t"/>
              <a:pathLst>
                <a:path extrusionOk="0" h="76835" w="62865">
                  <a:moveTo>
                    <a:pt x="62776" y="76699"/>
                  </a:moveTo>
                  <a:lnTo>
                    <a:pt x="0" y="20918"/>
                  </a:lnTo>
                  <a:lnTo>
                    <a:pt x="27900" y="34870"/>
                  </a:lnTo>
                  <a:lnTo>
                    <a:pt x="34868" y="0"/>
                  </a:lnTo>
                  <a:lnTo>
                    <a:pt x="62776" y="7669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53"/>
            <p:cNvSpPr/>
            <p:nvPr/>
          </p:nvSpPr>
          <p:spPr>
            <a:xfrm>
              <a:off x="6457555" y="3877704"/>
              <a:ext cx="342265" cy="523240"/>
            </a:xfrm>
            <a:custGeom>
              <a:rect b="b" l="l" r="r" t="t"/>
              <a:pathLst>
                <a:path extrusionOk="0" h="523239" w="342265">
                  <a:moveTo>
                    <a:pt x="0" y="0"/>
                  </a:moveTo>
                  <a:lnTo>
                    <a:pt x="341785" y="52295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53"/>
            <p:cNvSpPr/>
            <p:nvPr/>
          </p:nvSpPr>
          <p:spPr>
            <a:xfrm>
              <a:off x="6785391" y="5049125"/>
              <a:ext cx="48895" cy="83820"/>
            </a:xfrm>
            <a:custGeom>
              <a:rect b="b" l="l" r="r" t="t"/>
              <a:pathLst>
                <a:path extrusionOk="0" h="83820" w="48895">
                  <a:moveTo>
                    <a:pt x="48825" y="83672"/>
                  </a:moveTo>
                  <a:lnTo>
                    <a:pt x="0" y="13945"/>
                  </a:lnTo>
                  <a:lnTo>
                    <a:pt x="27900" y="34870"/>
                  </a:lnTo>
                  <a:lnTo>
                    <a:pt x="41850" y="0"/>
                  </a:lnTo>
                  <a:lnTo>
                    <a:pt x="48825" y="836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53"/>
            <p:cNvSpPr/>
            <p:nvPr/>
          </p:nvSpPr>
          <p:spPr>
            <a:xfrm>
              <a:off x="6457563" y="4003228"/>
              <a:ext cx="356235" cy="1080770"/>
            </a:xfrm>
            <a:custGeom>
              <a:rect b="b" l="l" r="r" t="t"/>
              <a:pathLst>
                <a:path extrusionOk="0" h="1080770" w="356234">
                  <a:moveTo>
                    <a:pt x="0" y="0"/>
                  </a:moveTo>
                  <a:lnTo>
                    <a:pt x="355732" y="1080772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53"/>
            <p:cNvSpPr/>
            <p:nvPr/>
          </p:nvSpPr>
          <p:spPr>
            <a:xfrm>
              <a:off x="6966744" y="2378573"/>
              <a:ext cx="488315" cy="795020"/>
            </a:xfrm>
            <a:custGeom>
              <a:rect b="b" l="l" r="r" t="t"/>
              <a:pathLst>
                <a:path extrusionOk="0" h="795019" w="488315">
                  <a:moveTo>
                    <a:pt x="0" y="0"/>
                  </a:moveTo>
                  <a:lnTo>
                    <a:pt x="488258" y="79488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53"/>
            <p:cNvSpPr/>
            <p:nvPr/>
          </p:nvSpPr>
          <p:spPr>
            <a:xfrm>
              <a:off x="6910946" y="2427388"/>
              <a:ext cx="537210" cy="920750"/>
            </a:xfrm>
            <a:custGeom>
              <a:rect b="b" l="l" r="r" t="t"/>
              <a:pathLst>
                <a:path extrusionOk="0" h="920750" w="537209">
                  <a:moveTo>
                    <a:pt x="0" y="0"/>
                  </a:moveTo>
                  <a:lnTo>
                    <a:pt x="537083" y="920394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53"/>
            <p:cNvSpPr/>
            <p:nvPr/>
          </p:nvSpPr>
          <p:spPr>
            <a:xfrm>
              <a:off x="6896993" y="2371602"/>
              <a:ext cx="621030" cy="1206500"/>
            </a:xfrm>
            <a:custGeom>
              <a:rect b="b" l="l" r="r" t="t"/>
              <a:pathLst>
                <a:path extrusionOk="0" h="1206500" w="621029">
                  <a:moveTo>
                    <a:pt x="0" y="0"/>
                  </a:moveTo>
                  <a:lnTo>
                    <a:pt x="620789" y="1206283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53"/>
            <p:cNvSpPr/>
            <p:nvPr/>
          </p:nvSpPr>
          <p:spPr>
            <a:xfrm>
              <a:off x="6896993" y="2364629"/>
              <a:ext cx="628015" cy="1388110"/>
            </a:xfrm>
            <a:custGeom>
              <a:rect b="b" l="l" r="r" t="t"/>
              <a:pathLst>
                <a:path extrusionOk="0" h="1388110" w="628015">
                  <a:moveTo>
                    <a:pt x="0" y="0"/>
                  </a:moveTo>
                  <a:lnTo>
                    <a:pt x="627764" y="1387575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53"/>
            <p:cNvSpPr/>
            <p:nvPr/>
          </p:nvSpPr>
          <p:spPr>
            <a:xfrm>
              <a:off x="6896993" y="2371601"/>
              <a:ext cx="628015" cy="1583055"/>
            </a:xfrm>
            <a:custGeom>
              <a:rect b="b" l="l" r="r" t="t"/>
              <a:pathLst>
                <a:path extrusionOk="0" h="1583054" w="628015">
                  <a:moveTo>
                    <a:pt x="0" y="0"/>
                  </a:moveTo>
                  <a:lnTo>
                    <a:pt x="627764" y="1582812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53"/>
            <p:cNvSpPr/>
            <p:nvPr/>
          </p:nvSpPr>
          <p:spPr>
            <a:xfrm>
              <a:off x="6896993" y="2371600"/>
              <a:ext cx="628015" cy="1743710"/>
            </a:xfrm>
            <a:custGeom>
              <a:rect b="b" l="l" r="r" t="t"/>
              <a:pathLst>
                <a:path extrusionOk="0" h="1743710" w="628015">
                  <a:moveTo>
                    <a:pt x="0" y="0"/>
                  </a:moveTo>
                  <a:lnTo>
                    <a:pt x="627761" y="1743176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53"/>
            <p:cNvSpPr/>
            <p:nvPr/>
          </p:nvSpPr>
          <p:spPr>
            <a:xfrm>
              <a:off x="6903968" y="2357655"/>
              <a:ext cx="614045" cy="1966595"/>
            </a:xfrm>
            <a:custGeom>
              <a:rect b="b" l="l" r="r" t="t"/>
              <a:pathLst>
                <a:path extrusionOk="0" h="1966595" w="614045">
                  <a:moveTo>
                    <a:pt x="0" y="0"/>
                  </a:moveTo>
                  <a:lnTo>
                    <a:pt x="613815" y="1966315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53"/>
            <p:cNvSpPr/>
            <p:nvPr/>
          </p:nvSpPr>
          <p:spPr>
            <a:xfrm>
              <a:off x="6903968" y="2357655"/>
              <a:ext cx="621030" cy="2148205"/>
            </a:xfrm>
            <a:custGeom>
              <a:rect b="b" l="l" r="r" t="t"/>
              <a:pathLst>
                <a:path extrusionOk="0" h="2148204" w="621029">
                  <a:moveTo>
                    <a:pt x="0" y="0"/>
                  </a:moveTo>
                  <a:lnTo>
                    <a:pt x="620790" y="2147607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53"/>
            <p:cNvSpPr/>
            <p:nvPr/>
          </p:nvSpPr>
          <p:spPr>
            <a:xfrm>
              <a:off x="6896993" y="2364628"/>
              <a:ext cx="614045" cy="2315210"/>
            </a:xfrm>
            <a:custGeom>
              <a:rect b="b" l="l" r="r" t="t"/>
              <a:pathLst>
                <a:path extrusionOk="0" h="2315210" w="614045">
                  <a:moveTo>
                    <a:pt x="0" y="0"/>
                  </a:moveTo>
                  <a:lnTo>
                    <a:pt x="613811" y="231494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53"/>
            <p:cNvSpPr/>
            <p:nvPr/>
          </p:nvSpPr>
          <p:spPr>
            <a:xfrm>
              <a:off x="6903968" y="2357654"/>
              <a:ext cx="635000" cy="2531110"/>
            </a:xfrm>
            <a:custGeom>
              <a:rect b="b" l="l" r="r" t="t"/>
              <a:pathLst>
                <a:path extrusionOk="0" h="2531110" w="635000">
                  <a:moveTo>
                    <a:pt x="0" y="0"/>
                  </a:moveTo>
                  <a:lnTo>
                    <a:pt x="634740" y="25311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53"/>
            <p:cNvSpPr/>
            <p:nvPr/>
          </p:nvSpPr>
          <p:spPr>
            <a:xfrm>
              <a:off x="6896996" y="2545923"/>
              <a:ext cx="628015" cy="648970"/>
            </a:xfrm>
            <a:custGeom>
              <a:rect b="b" l="l" r="r" t="t"/>
              <a:pathLst>
                <a:path extrusionOk="0" h="648969" w="628015">
                  <a:moveTo>
                    <a:pt x="0" y="0"/>
                  </a:moveTo>
                  <a:lnTo>
                    <a:pt x="627767" y="64846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53"/>
            <p:cNvSpPr/>
            <p:nvPr/>
          </p:nvSpPr>
          <p:spPr>
            <a:xfrm>
              <a:off x="6903970" y="2545921"/>
              <a:ext cx="614045" cy="829944"/>
            </a:xfrm>
            <a:custGeom>
              <a:rect b="b" l="l" r="r" t="t"/>
              <a:pathLst>
                <a:path extrusionOk="0" h="829945" w="614045">
                  <a:moveTo>
                    <a:pt x="0" y="0"/>
                  </a:moveTo>
                  <a:lnTo>
                    <a:pt x="613820" y="829764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53"/>
            <p:cNvSpPr/>
            <p:nvPr/>
          </p:nvSpPr>
          <p:spPr>
            <a:xfrm>
              <a:off x="6890017" y="2538945"/>
              <a:ext cx="641985" cy="1039494"/>
            </a:xfrm>
            <a:custGeom>
              <a:rect b="b" l="l" r="r" t="t"/>
              <a:pathLst>
                <a:path extrusionOk="0" h="1039495" w="641984">
                  <a:moveTo>
                    <a:pt x="0" y="0"/>
                  </a:moveTo>
                  <a:lnTo>
                    <a:pt x="641714" y="103893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53"/>
            <p:cNvSpPr/>
            <p:nvPr/>
          </p:nvSpPr>
          <p:spPr>
            <a:xfrm>
              <a:off x="6883043" y="2545918"/>
              <a:ext cx="662940" cy="1220470"/>
            </a:xfrm>
            <a:custGeom>
              <a:rect b="b" l="l" r="r" t="t"/>
              <a:pathLst>
                <a:path extrusionOk="0" h="1220470" w="662940">
                  <a:moveTo>
                    <a:pt x="0" y="0"/>
                  </a:moveTo>
                  <a:lnTo>
                    <a:pt x="662641" y="1220232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53"/>
            <p:cNvSpPr/>
            <p:nvPr/>
          </p:nvSpPr>
          <p:spPr>
            <a:xfrm>
              <a:off x="6890017" y="2545917"/>
              <a:ext cx="635000" cy="1416050"/>
            </a:xfrm>
            <a:custGeom>
              <a:rect b="b" l="l" r="r" t="t"/>
              <a:pathLst>
                <a:path extrusionOk="0" h="1416050" w="635000">
                  <a:moveTo>
                    <a:pt x="0" y="0"/>
                  </a:moveTo>
                  <a:lnTo>
                    <a:pt x="634740" y="141546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53"/>
            <p:cNvSpPr/>
            <p:nvPr/>
          </p:nvSpPr>
          <p:spPr>
            <a:xfrm>
              <a:off x="6896993" y="2559866"/>
              <a:ext cx="628015" cy="1569085"/>
            </a:xfrm>
            <a:custGeom>
              <a:rect b="b" l="l" r="r" t="t"/>
              <a:pathLst>
                <a:path extrusionOk="0" h="1569085" w="628015">
                  <a:moveTo>
                    <a:pt x="0" y="0"/>
                  </a:moveTo>
                  <a:lnTo>
                    <a:pt x="627764" y="1568867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53"/>
            <p:cNvSpPr/>
            <p:nvPr/>
          </p:nvSpPr>
          <p:spPr>
            <a:xfrm>
              <a:off x="6896993" y="2559866"/>
              <a:ext cx="628015" cy="1819910"/>
            </a:xfrm>
            <a:custGeom>
              <a:rect b="b" l="l" r="r" t="t"/>
              <a:pathLst>
                <a:path extrusionOk="0" h="1819910" w="628015">
                  <a:moveTo>
                    <a:pt x="0" y="0"/>
                  </a:moveTo>
                  <a:lnTo>
                    <a:pt x="627763" y="1819883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53"/>
            <p:cNvSpPr/>
            <p:nvPr/>
          </p:nvSpPr>
          <p:spPr>
            <a:xfrm>
              <a:off x="6896993" y="2559865"/>
              <a:ext cx="628015" cy="1945639"/>
            </a:xfrm>
            <a:custGeom>
              <a:rect b="b" l="l" r="r" t="t"/>
              <a:pathLst>
                <a:path extrusionOk="0" h="1945639" w="628015">
                  <a:moveTo>
                    <a:pt x="0" y="0"/>
                  </a:moveTo>
                  <a:lnTo>
                    <a:pt x="627765" y="1945397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53"/>
            <p:cNvSpPr/>
            <p:nvPr/>
          </p:nvSpPr>
          <p:spPr>
            <a:xfrm>
              <a:off x="6896993" y="2559865"/>
              <a:ext cx="628015" cy="2196465"/>
            </a:xfrm>
            <a:custGeom>
              <a:rect b="b" l="l" r="r" t="t"/>
              <a:pathLst>
                <a:path extrusionOk="0" h="2196465" w="628015">
                  <a:moveTo>
                    <a:pt x="0" y="0"/>
                  </a:moveTo>
                  <a:lnTo>
                    <a:pt x="627764" y="2196413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53"/>
            <p:cNvSpPr/>
            <p:nvPr/>
          </p:nvSpPr>
          <p:spPr>
            <a:xfrm>
              <a:off x="6896993" y="2559864"/>
              <a:ext cx="628015" cy="2322195"/>
            </a:xfrm>
            <a:custGeom>
              <a:rect b="b" l="l" r="r" t="t"/>
              <a:pathLst>
                <a:path extrusionOk="0" h="2322195" w="628015">
                  <a:moveTo>
                    <a:pt x="0" y="0"/>
                  </a:moveTo>
                  <a:lnTo>
                    <a:pt x="627765" y="2321926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53"/>
            <p:cNvSpPr/>
            <p:nvPr/>
          </p:nvSpPr>
          <p:spPr>
            <a:xfrm>
              <a:off x="7524757" y="2873637"/>
              <a:ext cx="628015" cy="314325"/>
            </a:xfrm>
            <a:custGeom>
              <a:rect b="b" l="l" r="r" t="t"/>
              <a:pathLst>
                <a:path extrusionOk="0" h="314325" w="628015">
                  <a:moveTo>
                    <a:pt x="0" y="313773"/>
                  </a:moveTo>
                  <a:lnTo>
                    <a:pt x="627763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53"/>
            <p:cNvSpPr/>
            <p:nvPr/>
          </p:nvSpPr>
          <p:spPr>
            <a:xfrm>
              <a:off x="7524760" y="3061900"/>
              <a:ext cx="628015" cy="125730"/>
            </a:xfrm>
            <a:custGeom>
              <a:rect b="b" l="l" r="r" t="t"/>
              <a:pathLst>
                <a:path extrusionOk="0" h="125730" w="628015">
                  <a:moveTo>
                    <a:pt x="0" y="125508"/>
                  </a:moveTo>
                  <a:lnTo>
                    <a:pt x="627762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53"/>
            <p:cNvSpPr/>
            <p:nvPr/>
          </p:nvSpPr>
          <p:spPr>
            <a:xfrm>
              <a:off x="7524763" y="3187410"/>
              <a:ext cx="628015" cy="62865"/>
            </a:xfrm>
            <a:custGeom>
              <a:rect b="b" l="l" r="r" t="t"/>
              <a:pathLst>
                <a:path extrusionOk="0" h="62864" w="628015">
                  <a:moveTo>
                    <a:pt x="0" y="0"/>
                  </a:moveTo>
                  <a:lnTo>
                    <a:pt x="627760" y="62754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53"/>
            <p:cNvSpPr/>
            <p:nvPr/>
          </p:nvSpPr>
          <p:spPr>
            <a:xfrm>
              <a:off x="7524765" y="3187413"/>
              <a:ext cx="690880" cy="251460"/>
            </a:xfrm>
            <a:custGeom>
              <a:rect b="b" l="l" r="r" t="t"/>
              <a:pathLst>
                <a:path extrusionOk="0" h="251460" w="690879">
                  <a:moveTo>
                    <a:pt x="0" y="0"/>
                  </a:moveTo>
                  <a:lnTo>
                    <a:pt x="690536" y="251017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53"/>
            <p:cNvSpPr/>
            <p:nvPr/>
          </p:nvSpPr>
          <p:spPr>
            <a:xfrm>
              <a:off x="7524760" y="3187412"/>
              <a:ext cx="628015" cy="439420"/>
            </a:xfrm>
            <a:custGeom>
              <a:rect b="b" l="l" r="r" t="t"/>
              <a:pathLst>
                <a:path extrusionOk="0" h="439420" w="628015">
                  <a:moveTo>
                    <a:pt x="0" y="0"/>
                  </a:moveTo>
                  <a:lnTo>
                    <a:pt x="627761" y="43928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53"/>
            <p:cNvSpPr/>
            <p:nvPr/>
          </p:nvSpPr>
          <p:spPr>
            <a:xfrm>
              <a:off x="7524758" y="3187412"/>
              <a:ext cx="628015" cy="628015"/>
            </a:xfrm>
            <a:custGeom>
              <a:rect b="b" l="l" r="r" t="t"/>
              <a:pathLst>
                <a:path extrusionOk="0" h="628014" w="628015">
                  <a:moveTo>
                    <a:pt x="0" y="0"/>
                  </a:moveTo>
                  <a:lnTo>
                    <a:pt x="627761" y="627544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53"/>
            <p:cNvSpPr/>
            <p:nvPr/>
          </p:nvSpPr>
          <p:spPr>
            <a:xfrm>
              <a:off x="7524758" y="3187411"/>
              <a:ext cx="628015" cy="815975"/>
            </a:xfrm>
            <a:custGeom>
              <a:rect b="b" l="l" r="r" t="t"/>
              <a:pathLst>
                <a:path extrusionOk="0" h="815975" w="628015">
                  <a:moveTo>
                    <a:pt x="0" y="0"/>
                  </a:moveTo>
                  <a:lnTo>
                    <a:pt x="627762" y="8158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53"/>
            <p:cNvSpPr/>
            <p:nvPr/>
          </p:nvSpPr>
          <p:spPr>
            <a:xfrm>
              <a:off x="7524761" y="3187421"/>
              <a:ext cx="628015" cy="1506220"/>
            </a:xfrm>
            <a:custGeom>
              <a:rect b="b" l="l" r="r" t="t"/>
              <a:pathLst>
                <a:path extrusionOk="0" h="1506220" w="628015">
                  <a:moveTo>
                    <a:pt x="0" y="0"/>
                  </a:moveTo>
                  <a:lnTo>
                    <a:pt x="627761" y="1506105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53"/>
            <p:cNvSpPr/>
            <p:nvPr/>
          </p:nvSpPr>
          <p:spPr>
            <a:xfrm>
              <a:off x="7524761" y="3187421"/>
              <a:ext cx="628015" cy="1694814"/>
            </a:xfrm>
            <a:custGeom>
              <a:rect b="b" l="l" r="r" t="t"/>
              <a:pathLst>
                <a:path extrusionOk="0" h="1694814" w="628015">
                  <a:moveTo>
                    <a:pt x="0" y="0"/>
                  </a:moveTo>
                  <a:lnTo>
                    <a:pt x="627762" y="1694369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53"/>
            <p:cNvSpPr/>
            <p:nvPr/>
          </p:nvSpPr>
          <p:spPr>
            <a:xfrm>
              <a:off x="7524760" y="3187421"/>
              <a:ext cx="628015" cy="1882775"/>
            </a:xfrm>
            <a:custGeom>
              <a:rect b="b" l="l" r="r" t="t"/>
              <a:pathLst>
                <a:path extrusionOk="0" h="1882775" w="628015">
                  <a:moveTo>
                    <a:pt x="0" y="0"/>
                  </a:moveTo>
                  <a:lnTo>
                    <a:pt x="627762" y="1882634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53"/>
            <p:cNvSpPr/>
            <p:nvPr/>
          </p:nvSpPr>
          <p:spPr>
            <a:xfrm>
              <a:off x="7524755" y="2873637"/>
              <a:ext cx="628015" cy="502284"/>
            </a:xfrm>
            <a:custGeom>
              <a:rect b="b" l="l" r="r" t="t"/>
              <a:pathLst>
                <a:path extrusionOk="0" h="502285" w="628015">
                  <a:moveTo>
                    <a:pt x="0" y="502038"/>
                  </a:moveTo>
                  <a:lnTo>
                    <a:pt x="627765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53"/>
            <p:cNvSpPr/>
            <p:nvPr/>
          </p:nvSpPr>
          <p:spPr>
            <a:xfrm>
              <a:off x="7524757" y="3061900"/>
              <a:ext cx="628015" cy="314325"/>
            </a:xfrm>
            <a:custGeom>
              <a:rect b="b" l="l" r="r" t="t"/>
              <a:pathLst>
                <a:path extrusionOk="0" h="314325" w="628015">
                  <a:moveTo>
                    <a:pt x="0" y="313773"/>
                  </a:moveTo>
                  <a:lnTo>
                    <a:pt x="627763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53"/>
            <p:cNvSpPr/>
            <p:nvPr/>
          </p:nvSpPr>
          <p:spPr>
            <a:xfrm>
              <a:off x="7524760" y="3250164"/>
              <a:ext cx="628015" cy="125730"/>
            </a:xfrm>
            <a:custGeom>
              <a:rect b="b" l="l" r="r" t="t"/>
              <a:pathLst>
                <a:path extrusionOk="0" h="125729" w="628015">
                  <a:moveTo>
                    <a:pt x="0" y="125508"/>
                  </a:moveTo>
                  <a:lnTo>
                    <a:pt x="627762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53"/>
            <p:cNvSpPr/>
            <p:nvPr/>
          </p:nvSpPr>
          <p:spPr>
            <a:xfrm>
              <a:off x="7587526" y="3375673"/>
              <a:ext cx="565150" cy="62865"/>
            </a:xfrm>
            <a:custGeom>
              <a:rect b="b" l="l" r="r" t="t"/>
              <a:pathLst>
                <a:path extrusionOk="0" h="62864" w="565150">
                  <a:moveTo>
                    <a:pt x="0" y="0"/>
                  </a:moveTo>
                  <a:lnTo>
                    <a:pt x="564984" y="62754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53"/>
            <p:cNvSpPr/>
            <p:nvPr/>
          </p:nvSpPr>
          <p:spPr>
            <a:xfrm>
              <a:off x="7587526" y="3375671"/>
              <a:ext cx="565150" cy="251460"/>
            </a:xfrm>
            <a:custGeom>
              <a:rect b="b" l="l" r="r" t="t"/>
              <a:pathLst>
                <a:path extrusionOk="0" h="251460" w="565150">
                  <a:moveTo>
                    <a:pt x="0" y="0"/>
                  </a:moveTo>
                  <a:lnTo>
                    <a:pt x="564984" y="251016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53"/>
            <p:cNvSpPr/>
            <p:nvPr/>
          </p:nvSpPr>
          <p:spPr>
            <a:xfrm>
              <a:off x="7524760" y="3375676"/>
              <a:ext cx="628015" cy="439420"/>
            </a:xfrm>
            <a:custGeom>
              <a:rect b="b" l="l" r="r" t="t"/>
              <a:pathLst>
                <a:path extrusionOk="0" h="439420" w="628015">
                  <a:moveTo>
                    <a:pt x="0" y="0"/>
                  </a:moveTo>
                  <a:lnTo>
                    <a:pt x="627761" y="43928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53"/>
            <p:cNvSpPr/>
            <p:nvPr/>
          </p:nvSpPr>
          <p:spPr>
            <a:xfrm>
              <a:off x="7524759" y="3375676"/>
              <a:ext cx="628015" cy="628015"/>
            </a:xfrm>
            <a:custGeom>
              <a:rect b="b" l="l" r="r" t="t"/>
              <a:pathLst>
                <a:path extrusionOk="0" h="628014" w="628015">
                  <a:moveTo>
                    <a:pt x="0" y="0"/>
                  </a:moveTo>
                  <a:lnTo>
                    <a:pt x="627761" y="627544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53"/>
            <p:cNvSpPr/>
            <p:nvPr/>
          </p:nvSpPr>
          <p:spPr>
            <a:xfrm>
              <a:off x="7524762" y="3375685"/>
              <a:ext cx="628015" cy="1318260"/>
            </a:xfrm>
            <a:custGeom>
              <a:rect b="b" l="l" r="r" t="t"/>
              <a:pathLst>
                <a:path extrusionOk="0" h="1318260" w="628015">
                  <a:moveTo>
                    <a:pt x="0" y="0"/>
                  </a:moveTo>
                  <a:lnTo>
                    <a:pt x="627761" y="131784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53"/>
            <p:cNvSpPr/>
            <p:nvPr/>
          </p:nvSpPr>
          <p:spPr>
            <a:xfrm>
              <a:off x="7524762" y="3375685"/>
              <a:ext cx="628015" cy="1506220"/>
            </a:xfrm>
            <a:custGeom>
              <a:rect b="b" l="l" r="r" t="t"/>
              <a:pathLst>
                <a:path extrusionOk="0" h="1506220" w="628015">
                  <a:moveTo>
                    <a:pt x="0" y="0"/>
                  </a:moveTo>
                  <a:lnTo>
                    <a:pt x="627761" y="1506105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53"/>
            <p:cNvSpPr/>
            <p:nvPr/>
          </p:nvSpPr>
          <p:spPr>
            <a:xfrm>
              <a:off x="7524761" y="3375685"/>
              <a:ext cx="628015" cy="1694814"/>
            </a:xfrm>
            <a:custGeom>
              <a:rect b="b" l="l" r="r" t="t"/>
              <a:pathLst>
                <a:path extrusionOk="0" h="1694814" w="628015">
                  <a:moveTo>
                    <a:pt x="0" y="0"/>
                  </a:moveTo>
                  <a:lnTo>
                    <a:pt x="627762" y="1694369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56" name="Google Shape;1256;p53"/>
            <p:cNvPicPr preferRelativeResize="0"/>
            <p:nvPr/>
          </p:nvPicPr>
          <p:blipFill rotWithShape="1">
            <a:blip r:embed="rId53">
              <a:alphaModFix/>
            </a:blip>
            <a:srcRect b="0" l="0" r="0" t="0"/>
            <a:stretch/>
          </p:blipFill>
          <p:spPr>
            <a:xfrm>
              <a:off x="6820268" y="2294900"/>
              <a:ext cx="146490" cy="37234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7" name="Google Shape;1257;p53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7448046" y="3863762"/>
              <a:ext cx="146475" cy="1464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8" name="Google Shape;1258;p53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7448047" y="4052026"/>
              <a:ext cx="146475" cy="1464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9" name="Google Shape;1259;p53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7448048" y="4240290"/>
              <a:ext cx="146475" cy="1464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0" name="Google Shape;1260;p53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7448049" y="4428553"/>
              <a:ext cx="146475" cy="1464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1" name="Google Shape;1261;p53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7448050" y="4616816"/>
              <a:ext cx="146475" cy="1464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2" name="Google Shape;1262;p53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7448050" y="4805080"/>
              <a:ext cx="146475" cy="1464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3" name="Google Shape;1263;p53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7448051" y="3110709"/>
              <a:ext cx="146475" cy="1464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4" name="Google Shape;1264;p53"/>
            <p:cNvPicPr preferRelativeResize="0"/>
            <p:nvPr/>
          </p:nvPicPr>
          <p:blipFill rotWithShape="1">
            <a:blip r:embed="rId55">
              <a:alphaModFix/>
            </a:blip>
            <a:srcRect b="0" l="0" r="0" t="0"/>
            <a:stretch/>
          </p:blipFill>
          <p:spPr>
            <a:xfrm>
              <a:off x="7448052" y="3298972"/>
              <a:ext cx="146475" cy="1464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5" name="Google Shape;1265;p53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7448053" y="3487235"/>
              <a:ext cx="146475" cy="1464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6" name="Google Shape;1266;p53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7448053" y="3675499"/>
              <a:ext cx="146475" cy="1464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7" name="Google Shape;1267;p53"/>
            <p:cNvPicPr preferRelativeResize="0"/>
            <p:nvPr/>
          </p:nvPicPr>
          <p:blipFill rotWithShape="1">
            <a:blip r:embed="rId56">
              <a:alphaModFix/>
            </a:blip>
            <a:srcRect b="0" l="0" r="0" t="0"/>
            <a:stretch/>
          </p:blipFill>
          <p:spPr>
            <a:xfrm>
              <a:off x="8110691" y="3549991"/>
              <a:ext cx="118577" cy="1185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8" name="Google Shape;1268;p53"/>
            <p:cNvPicPr preferRelativeResize="0"/>
            <p:nvPr/>
          </p:nvPicPr>
          <p:blipFill rotWithShape="1">
            <a:blip r:embed="rId57">
              <a:alphaModFix/>
            </a:blip>
            <a:srcRect b="0" l="0" r="0" t="0"/>
            <a:stretch/>
          </p:blipFill>
          <p:spPr>
            <a:xfrm>
              <a:off x="8096742" y="3536045"/>
              <a:ext cx="146475" cy="1464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9" name="Google Shape;1269;p53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8096743" y="3724308"/>
              <a:ext cx="146475" cy="1464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0" name="Google Shape;1270;p53"/>
            <p:cNvPicPr preferRelativeResize="0"/>
            <p:nvPr/>
          </p:nvPicPr>
          <p:blipFill rotWithShape="1">
            <a:blip r:embed="rId55">
              <a:alphaModFix/>
            </a:blip>
            <a:srcRect b="0" l="0" r="0" t="0"/>
            <a:stretch/>
          </p:blipFill>
          <p:spPr>
            <a:xfrm>
              <a:off x="8096744" y="3912572"/>
              <a:ext cx="146475" cy="1464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1" name="Google Shape;1271;p53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8096745" y="4602871"/>
              <a:ext cx="146475" cy="1464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2" name="Google Shape;1272;p53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8096745" y="4791134"/>
              <a:ext cx="146475" cy="1464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3" name="Google Shape;1273;p53"/>
            <p:cNvPicPr preferRelativeResize="0"/>
            <p:nvPr/>
          </p:nvPicPr>
          <p:blipFill rotWithShape="1">
            <a:blip r:embed="rId55">
              <a:alphaModFix/>
            </a:blip>
            <a:srcRect b="0" l="0" r="0" t="0"/>
            <a:stretch/>
          </p:blipFill>
          <p:spPr>
            <a:xfrm>
              <a:off x="8096746" y="4979398"/>
              <a:ext cx="146475" cy="1464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4" name="Google Shape;1274;p53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8096747" y="2782991"/>
              <a:ext cx="146475" cy="1464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5" name="Google Shape;1275;p53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8096748" y="2971254"/>
              <a:ext cx="146475" cy="1464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6" name="Google Shape;1276;p53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8096749" y="3159518"/>
              <a:ext cx="146475" cy="1464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7" name="Google Shape;1277;p53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8096749" y="3347781"/>
              <a:ext cx="146475" cy="1464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8" name="Google Shape;1278;p53"/>
            <p:cNvPicPr preferRelativeResize="0"/>
            <p:nvPr/>
          </p:nvPicPr>
          <p:blipFill rotWithShape="1">
            <a:blip r:embed="rId58">
              <a:alphaModFix/>
            </a:blip>
            <a:srcRect b="0" l="0" r="0" t="0"/>
            <a:stretch/>
          </p:blipFill>
          <p:spPr>
            <a:xfrm>
              <a:off x="8131626" y="4163589"/>
              <a:ext cx="76724" cy="83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9" name="Google Shape;1279;p53"/>
            <p:cNvPicPr preferRelativeResize="0"/>
            <p:nvPr/>
          </p:nvPicPr>
          <p:blipFill rotWithShape="1">
            <a:blip r:embed="rId59">
              <a:alphaModFix/>
            </a:blip>
            <a:srcRect b="0" l="0" r="0" t="0"/>
            <a:stretch/>
          </p:blipFill>
          <p:spPr>
            <a:xfrm>
              <a:off x="8131626" y="4289098"/>
              <a:ext cx="76724" cy="83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0" name="Google Shape;1280;p53"/>
            <p:cNvPicPr preferRelativeResize="0"/>
            <p:nvPr/>
          </p:nvPicPr>
          <p:blipFill rotWithShape="1">
            <a:blip r:embed="rId58">
              <a:alphaModFix/>
            </a:blip>
            <a:srcRect b="0" l="0" r="0" t="0"/>
            <a:stretch/>
          </p:blipFill>
          <p:spPr>
            <a:xfrm>
              <a:off x="8131627" y="4414607"/>
              <a:ext cx="76724" cy="83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81" name="Google Shape;1281;p53"/>
          <p:cNvSpPr txBox="1"/>
          <p:nvPr/>
        </p:nvSpPr>
        <p:spPr>
          <a:xfrm>
            <a:off x="8328126" y="2697775"/>
            <a:ext cx="116205" cy="1002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9685" marR="508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A B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just">
              <a:lnSpc>
                <a:spcPct val="130000"/>
              </a:lnSpc>
              <a:spcBef>
                <a:spcPts val="275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C D E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p53"/>
          <p:cNvSpPr txBox="1"/>
          <p:nvPr/>
        </p:nvSpPr>
        <p:spPr>
          <a:xfrm>
            <a:off x="8021277" y="5127128"/>
            <a:ext cx="40259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450">
            <a:spAutoFit/>
          </a:bodyPr>
          <a:lstStyle/>
          <a:p>
            <a:pPr indent="0" lvl="0" marL="12700" marR="5080" rtl="0" algn="l">
              <a:lnSpc>
                <a:spcPct val="1042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Output Layer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53"/>
          <p:cNvSpPr txBox="1"/>
          <p:nvPr/>
        </p:nvSpPr>
        <p:spPr>
          <a:xfrm>
            <a:off x="7009827" y="5782536"/>
            <a:ext cx="33972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450">
            <a:spAutoFit/>
          </a:bodyPr>
          <a:lstStyle/>
          <a:p>
            <a:pPr indent="0" lvl="0" marL="12700" marR="5080" rtl="0" algn="l">
              <a:lnSpc>
                <a:spcPct val="1042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Input Layer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53"/>
          <p:cNvSpPr txBox="1"/>
          <p:nvPr/>
        </p:nvSpPr>
        <p:spPr>
          <a:xfrm>
            <a:off x="7351581" y="4959699"/>
            <a:ext cx="42354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450">
            <a:spAutoFit/>
          </a:bodyPr>
          <a:lstStyle/>
          <a:p>
            <a:pPr indent="0" lvl="0" marL="12700" marR="5080" rtl="0" algn="l">
              <a:lnSpc>
                <a:spcPct val="1042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Hidden Layer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85" name="Google Shape;1285;p53"/>
          <p:cNvGrpSpPr/>
          <p:nvPr/>
        </p:nvGrpSpPr>
        <p:grpSpPr>
          <a:xfrm>
            <a:off x="514283" y="3314700"/>
            <a:ext cx="990175" cy="1238250"/>
            <a:chOff x="514283" y="3314700"/>
            <a:chExt cx="990175" cy="1238250"/>
          </a:xfrm>
        </p:grpSpPr>
        <p:sp>
          <p:nvSpPr>
            <p:cNvPr id="1286" name="Google Shape;1286;p53"/>
            <p:cNvSpPr/>
            <p:nvPr/>
          </p:nvSpPr>
          <p:spPr>
            <a:xfrm>
              <a:off x="514283" y="33147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53"/>
            <p:cNvSpPr/>
            <p:nvPr/>
          </p:nvSpPr>
          <p:spPr>
            <a:xfrm>
              <a:off x="638047" y="33147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88" name="Google Shape;1288;p53"/>
            <p:cNvPicPr preferRelativeResize="0"/>
            <p:nvPr/>
          </p:nvPicPr>
          <p:blipFill rotWithShape="1">
            <a:blip r:embed="rId60">
              <a:alphaModFix/>
            </a:blip>
            <a:srcRect b="0" l="0" r="0" t="0"/>
            <a:stretch/>
          </p:blipFill>
          <p:spPr>
            <a:xfrm>
              <a:off x="761813" y="3314700"/>
              <a:ext cx="12376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9" name="Google Shape;1289;p53"/>
            <p:cNvSpPr/>
            <p:nvPr/>
          </p:nvSpPr>
          <p:spPr>
            <a:xfrm>
              <a:off x="761811" y="33147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90" name="Google Shape;1290;p53"/>
            <p:cNvPicPr preferRelativeResize="0"/>
            <p:nvPr/>
          </p:nvPicPr>
          <p:blipFill rotWithShape="1">
            <a:blip r:embed="rId61">
              <a:alphaModFix/>
            </a:blip>
            <a:srcRect b="0" l="0" r="0" t="0"/>
            <a:stretch/>
          </p:blipFill>
          <p:spPr>
            <a:xfrm>
              <a:off x="885577" y="3314700"/>
              <a:ext cx="12377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1" name="Google Shape;1291;p53"/>
            <p:cNvSpPr/>
            <p:nvPr/>
          </p:nvSpPr>
          <p:spPr>
            <a:xfrm>
              <a:off x="885575" y="33147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92" name="Google Shape;1292;p53"/>
            <p:cNvPicPr preferRelativeResize="0"/>
            <p:nvPr/>
          </p:nvPicPr>
          <p:blipFill rotWithShape="1">
            <a:blip r:embed="rId62">
              <a:alphaModFix/>
            </a:blip>
            <a:srcRect b="0" l="0" r="0" t="0"/>
            <a:stretch/>
          </p:blipFill>
          <p:spPr>
            <a:xfrm>
              <a:off x="1009340" y="3314700"/>
              <a:ext cx="12376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3" name="Google Shape;1293;p53"/>
            <p:cNvSpPr/>
            <p:nvPr/>
          </p:nvSpPr>
          <p:spPr>
            <a:xfrm>
              <a:off x="1009338" y="33147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94" name="Google Shape;1294;p53"/>
            <p:cNvPicPr preferRelativeResize="0"/>
            <p:nvPr/>
          </p:nvPicPr>
          <p:blipFill rotWithShape="1">
            <a:blip r:embed="rId63">
              <a:alphaModFix/>
            </a:blip>
            <a:srcRect b="0" l="0" r="0" t="0"/>
            <a:stretch/>
          </p:blipFill>
          <p:spPr>
            <a:xfrm>
              <a:off x="1133104" y="3314700"/>
              <a:ext cx="12377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5" name="Google Shape;1295;p53"/>
            <p:cNvSpPr/>
            <p:nvPr/>
          </p:nvSpPr>
          <p:spPr>
            <a:xfrm>
              <a:off x="1133102" y="33147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53"/>
            <p:cNvSpPr/>
            <p:nvPr/>
          </p:nvSpPr>
          <p:spPr>
            <a:xfrm>
              <a:off x="1256866" y="33147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53"/>
            <p:cNvSpPr/>
            <p:nvPr/>
          </p:nvSpPr>
          <p:spPr>
            <a:xfrm>
              <a:off x="1380630" y="33147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53"/>
            <p:cNvSpPr/>
            <p:nvPr/>
          </p:nvSpPr>
          <p:spPr>
            <a:xfrm>
              <a:off x="514284" y="34385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99" name="Google Shape;1299;p53"/>
            <p:cNvPicPr preferRelativeResize="0"/>
            <p:nvPr/>
          </p:nvPicPr>
          <p:blipFill rotWithShape="1">
            <a:blip r:embed="rId64">
              <a:alphaModFix/>
            </a:blip>
            <a:srcRect b="0" l="0" r="0" t="0"/>
            <a:stretch/>
          </p:blipFill>
          <p:spPr>
            <a:xfrm>
              <a:off x="638040" y="3438525"/>
              <a:ext cx="12377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0" name="Google Shape;1300;p53"/>
            <p:cNvSpPr/>
            <p:nvPr/>
          </p:nvSpPr>
          <p:spPr>
            <a:xfrm>
              <a:off x="638048" y="34385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53"/>
            <p:cNvSpPr/>
            <p:nvPr/>
          </p:nvSpPr>
          <p:spPr>
            <a:xfrm>
              <a:off x="761811" y="34385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53"/>
            <p:cNvSpPr/>
            <p:nvPr/>
          </p:nvSpPr>
          <p:spPr>
            <a:xfrm>
              <a:off x="885575" y="34385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53"/>
            <p:cNvSpPr/>
            <p:nvPr/>
          </p:nvSpPr>
          <p:spPr>
            <a:xfrm>
              <a:off x="1009339" y="34385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53"/>
            <p:cNvSpPr/>
            <p:nvPr/>
          </p:nvSpPr>
          <p:spPr>
            <a:xfrm>
              <a:off x="1133103" y="34385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05" name="Google Shape;1305;p53"/>
            <p:cNvPicPr preferRelativeResize="0"/>
            <p:nvPr/>
          </p:nvPicPr>
          <p:blipFill rotWithShape="1">
            <a:blip r:embed="rId65">
              <a:alphaModFix/>
            </a:blip>
            <a:srcRect b="0" l="0" r="0" t="0"/>
            <a:stretch/>
          </p:blipFill>
          <p:spPr>
            <a:xfrm>
              <a:off x="1256868" y="3438525"/>
              <a:ext cx="12376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6" name="Google Shape;1306;p53"/>
            <p:cNvSpPr/>
            <p:nvPr/>
          </p:nvSpPr>
          <p:spPr>
            <a:xfrm>
              <a:off x="1256866" y="34385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53"/>
            <p:cNvSpPr/>
            <p:nvPr/>
          </p:nvSpPr>
          <p:spPr>
            <a:xfrm>
              <a:off x="1380630" y="34385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08" name="Google Shape;1308;p53"/>
            <p:cNvPicPr preferRelativeResize="0"/>
            <p:nvPr/>
          </p:nvPicPr>
          <p:blipFill rotWithShape="1">
            <a:blip r:embed="rId66">
              <a:alphaModFix/>
            </a:blip>
            <a:srcRect b="0" l="0" r="0" t="0"/>
            <a:stretch/>
          </p:blipFill>
          <p:spPr>
            <a:xfrm>
              <a:off x="514286" y="3562350"/>
              <a:ext cx="12376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9" name="Google Shape;1309;p53"/>
            <p:cNvSpPr/>
            <p:nvPr/>
          </p:nvSpPr>
          <p:spPr>
            <a:xfrm>
              <a:off x="514284" y="35623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53"/>
            <p:cNvSpPr/>
            <p:nvPr/>
          </p:nvSpPr>
          <p:spPr>
            <a:xfrm>
              <a:off x="638048" y="35623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53"/>
            <p:cNvSpPr/>
            <p:nvPr/>
          </p:nvSpPr>
          <p:spPr>
            <a:xfrm>
              <a:off x="761812" y="35623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53"/>
            <p:cNvSpPr/>
            <p:nvPr/>
          </p:nvSpPr>
          <p:spPr>
            <a:xfrm>
              <a:off x="885575" y="35623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53"/>
            <p:cNvSpPr/>
            <p:nvPr/>
          </p:nvSpPr>
          <p:spPr>
            <a:xfrm>
              <a:off x="1009339" y="35623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53"/>
            <p:cNvSpPr/>
            <p:nvPr/>
          </p:nvSpPr>
          <p:spPr>
            <a:xfrm>
              <a:off x="1133103" y="35623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53"/>
            <p:cNvSpPr/>
            <p:nvPr/>
          </p:nvSpPr>
          <p:spPr>
            <a:xfrm>
              <a:off x="1256867" y="35623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53"/>
            <p:cNvSpPr/>
            <p:nvPr/>
          </p:nvSpPr>
          <p:spPr>
            <a:xfrm>
              <a:off x="1380630" y="35623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17" name="Google Shape;1317;p53"/>
            <p:cNvPicPr preferRelativeResize="0"/>
            <p:nvPr/>
          </p:nvPicPr>
          <p:blipFill rotWithShape="1">
            <a:blip r:embed="rId67">
              <a:alphaModFix/>
            </a:blip>
            <a:srcRect b="0" l="0" r="0" t="0"/>
            <a:stretch/>
          </p:blipFill>
          <p:spPr>
            <a:xfrm>
              <a:off x="514286" y="3686175"/>
              <a:ext cx="12376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8" name="Google Shape;1318;p53"/>
            <p:cNvSpPr/>
            <p:nvPr/>
          </p:nvSpPr>
          <p:spPr>
            <a:xfrm>
              <a:off x="514285" y="36861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53"/>
            <p:cNvSpPr/>
            <p:nvPr/>
          </p:nvSpPr>
          <p:spPr>
            <a:xfrm>
              <a:off x="638048" y="36861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53"/>
            <p:cNvSpPr/>
            <p:nvPr/>
          </p:nvSpPr>
          <p:spPr>
            <a:xfrm>
              <a:off x="761812" y="36861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53"/>
            <p:cNvSpPr/>
            <p:nvPr/>
          </p:nvSpPr>
          <p:spPr>
            <a:xfrm>
              <a:off x="885576" y="36861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53"/>
            <p:cNvSpPr/>
            <p:nvPr/>
          </p:nvSpPr>
          <p:spPr>
            <a:xfrm>
              <a:off x="1009340" y="36861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53"/>
            <p:cNvSpPr/>
            <p:nvPr/>
          </p:nvSpPr>
          <p:spPr>
            <a:xfrm>
              <a:off x="1133103" y="36861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53"/>
            <p:cNvSpPr/>
            <p:nvPr/>
          </p:nvSpPr>
          <p:spPr>
            <a:xfrm>
              <a:off x="1256867" y="36861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53"/>
            <p:cNvSpPr/>
            <p:nvPr/>
          </p:nvSpPr>
          <p:spPr>
            <a:xfrm>
              <a:off x="1380631" y="36861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26" name="Google Shape;1326;p53"/>
            <p:cNvPicPr preferRelativeResize="0"/>
            <p:nvPr/>
          </p:nvPicPr>
          <p:blipFill rotWithShape="1">
            <a:blip r:embed="rId68">
              <a:alphaModFix/>
            </a:blip>
            <a:srcRect b="0" l="0" r="0" t="0"/>
            <a:stretch/>
          </p:blipFill>
          <p:spPr>
            <a:xfrm>
              <a:off x="514287" y="3810000"/>
              <a:ext cx="123763" cy="1238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7" name="Google Shape;1327;p53"/>
            <p:cNvSpPr/>
            <p:nvPr/>
          </p:nvSpPr>
          <p:spPr>
            <a:xfrm>
              <a:off x="514285" y="38100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53"/>
            <p:cNvSpPr/>
            <p:nvPr/>
          </p:nvSpPr>
          <p:spPr>
            <a:xfrm>
              <a:off x="638049" y="38100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53"/>
            <p:cNvSpPr/>
            <p:nvPr/>
          </p:nvSpPr>
          <p:spPr>
            <a:xfrm>
              <a:off x="761812" y="38100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53"/>
            <p:cNvSpPr/>
            <p:nvPr/>
          </p:nvSpPr>
          <p:spPr>
            <a:xfrm>
              <a:off x="885576" y="38100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53"/>
            <p:cNvSpPr/>
            <p:nvPr/>
          </p:nvSpPr>
          <p:spPr>
            <a:xfrm>
              <a:off x="1009340" y="38100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53"/>
            <p:cNvSpPr/>
            <p:nvPr/>
          </p:nvSpPr>
          <p:spPr>
            <a:xfrm>
              <a:off x="1133104" y="38100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53"/>
            <p:cNvSpPr/>
            <p:nvPr/>
          </p:nvSpPr>
          <p:spPr>
            <a:xfrm>
              <a:off x="1256867" y="38100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53"/>
            <p:cNvSpPr/>
            <p:nvPr/>
          </p:nvSpPr>
          <p:spPr>
            <a:xfrm>
              <a:off x="1380631" y="38100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35" name="Google Shape;1335;p53"/>
            <p:cNvPicPr preferRelativeResize="0"/>
            <p:nvPr/>
          </p:nvPicPr>
          <p:blipFill rotWithShape="1">
            <a:blip r:embed="rId69">
              <a:alphaModFix/>
            </a:blip>
            <a:srcRect b="0" l="0" r="0" t="0"/>
            <a:stretch/>
          </p:blipFill>
          <p:spPr>
            <a:xfrm>
              <a:off x="514287" y="3933825"/>
              <a:ext cx="12376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6" name="Google Shape;1336;p53"/>
            <p:cNvSpPr/>
            <p:nvPr/>
          </p:nvSpPr>
          <p:spPr>
            <a:xfrm>
              <a:off x="514285" y="39338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53"/>
            <p:cNvSpPr/>
            <p:nvPr/>
          </p:nvSpPr>
          <p:spPr>
            <a:xfrm>
              <a:off x="638049" y="39338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53"/>
            <p:cNvSpPr/>
            <p:nvPr/>
          </p:nvSpPr>
          <p:spPr>
            <a:xfrm>
              <a:off x="761813" y="39338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53"/>
            <p:cNvSpPr/>
            <p:nvPr/>
          </p:nvSpPr>
          <p:spPr>
            <a:xfrm>
              <a:off x="885577" y="39338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53"/>
            <p:cNvSpPr/>
            <p:nvPr/>
          </p:nvSpPr>
          <p:spPr>
            <a:xfrm>
              <a:off x="1009340" y="39338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53"/>
            <p:cNvSpPr/>
            <p:nvPr/>
          </p:nvSpPr>
          <p:spPr>
            <a:xfrm>
              <a:off x="1133104" y="39338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53"/>
            <p:cNvSpPr/>
            <p:nvPr/>
          </p:nvSpPr>
          <p:spPr>
            <a:xfrm>
              <a:off x="1256868" y="39338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53"/>
            <p:cNvSpPr/>
            <p:nvPr/>
          </p:nvSpPr>
          <p:spPr>
            <a:xfrm>
              <a:off x="1380632" y="39338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44" name="Google Shape;1344;p53"/>
            <p:cNvPicPr preferRelativeResize="0"/>
            <p:nvPr/>
          </p:nvPicPr>
          <p:blipFill rotWithShape="1">
            <a:blip r:embed="rId70">
              <a:alphaModFix/>
            </a:blip>
            <a:srcRect b="0" l="0" r="0" t="0"/>
            <a:stretch/>
          </p:blipFill>
          <p:spPr>
            <a:xfrm>
              <a:off x="514288" y="4057650"/>
              <a:ext cx="123763" cy="1238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5" name="Google Shape;1345;p53"/>
            <p:cNvSpPr/>
            <p:nvPr/>
          </p:nvSpPr>
          <p:spPr>
            <a:xfrm>
              <a:off x="514286" y="40576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53"/>
            <p:cNvSpPr/>
            <p:nvPr/>
          </p:nvSpPr>
          <p:spPr>
            <a:xfrm>
              <a:off x="638049" y="40576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53"/>
            <p:cNvSpPr/>
            <p:nvPr/>
          </p:nvSpPr>
          <p:spPr>
            <a:xfrm>
              <a:off x="761813" y="40576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53"/>
            <p:cNvSpPr/>
            <p:nvPr/>
          </p:nvSpPr>
          <p:spPr>
            <a:xfrm>
              <a:off x="885577" y="40576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53"/>
            <p:cNvSpPr/>
            <p:nvPr/>
          </p:nvSpPr>
          <p:spPr>
            <a:xfrm>
              <a:off x="1009341" y="40576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53"/>
            <p:cNvSpPr/>
            <p:nvPr/>
          </p:nvSpPr>
          <p:spPr>
            <a:xfrm>
              <a:off x="1133104" y="40576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53"/>
            <p:cNvSpPr/>
            <p:nvPr/>
          </p:nvSpPr>
          <p:spPr>
            <a:xfrm>
              <a:off x="1256868" y="40576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53"/>
            <p:cNvSpPr/>
            <p:nvPr/>
          </p:nvSpPr>
          <p:spPr>
            <a:xfrm>
              <a:off x="1380632" y="40576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53" name="Google Shape;1353;p53"/>
            <p:cNvPicPr preferRelativeResize="0"/>
            <p:nvPr/>
          </p:nvPicPr>
          <p:blipFill rotWithShape="1">
            <a:blip r:embed="rId71">
              <a:alphaModFix/>
            </a:blip>
            <a:srcRect b="0" l="0" r="0" t="0"/>
            <a:stretch/>
          </p:blipFill>
          <p:spPr>
            <a:xfrm>
              <a:off x="514288" y="4181475"/>
              <a:ext cx="12376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4" name="Google Shape;1354;p53"/>
            <p:cNvSpPr/>
            <p:nvPr/>
          </p:nvSpPr>
          <p:spPr>
            <a:xfrm>
              <a:off x="514286" y="41814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53"/>
            <p:cNvSpPr/>
            <p:nvPr/>
          </p:nvSpPr>
          <p:spPr>
            <a:xfrm>
              <a:off x="638050" y="41814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53"/>
            <p:cNvSpPr/>
            <p:nvPr/>
          </p:nvSpPr>
          <p:spPr>
            <a:xfrm>
              <a:off x="761814" y="41814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53"/>
            <p:cNvSpPr/>
            <p:nvPr/>
          </p:nvSpPr>
          <p:spPr>
            <a:xfrm>
              <a:off x="885577" y="41814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53"/>
            <p:cNvSpPr/>
            <p:nvPr/>
          </p:nvSpPr>
          <p:spPr>
            <a:xfrm>
              <a:off x="1009341" y="41814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53"/>
            <p:cNvSpPr/>
            <p:nvPr/>
          </p:nvSpPr>
          <p:spPr>
            <a:xfrm>
              <a:off x="1133105" y="41814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53"/>
            <p:cNvSpPr/>
            <p:nvPr/>
          </p:nvSpPr>
          <p:spPr>
            <a:xfrm>
              <a:off x="1256869" y="41814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53"/>
            <p:cNvSpPr/>
            <p:nvPr/>
          </p:nvSpPr>
          <p:spPr>
            <a:xfrm>
              <a:off x="1380632" y="41814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53"/>
            <p:cNvSpPr/>
            <p:nvPr/>
          </p:nvSpPr>
          <p:spPr>
            <a:xfrm>
              <a:off x="514287" y="43053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63" name="Google Shape;1363;p53"/>
            <p:cNvPicPr preferRelativeResize="0"/>
            <p:nvPr/>
          </p:nvPicPr>
          <p:blipFill rotWithShape="1">
            <a:blip r:embed="rId72">
              <a:alphaModFix/>
            </a:blip>
            <a:srcRect b="0" l="0" r="0" t="0"/>
            <a:stretch/>
          </p:blipFill>
          <p:spPr>
            <a:xfrm>
              <a:off x="638043" y="4305300"/>
              <a:ext cx="123773" cy="1238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4" name="Google Shape;1364;p53"/>
            <p:cNvSpPr/>
            <p:nvPr/>
          </p:nvSpPr>
          <p:spPr>
            <a:xfrm>
              <a:off x="638050" y="43053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53"/>
            <p:cNvSpPr/>
            <p:nvPr/>
          </p:nvSpPr>
          <p:spPr>
            <a:xfrm>
              <a:off x="761814" y="43053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53"/>
            <p:cNvSpPr/>
            <p:nvPr/>
          </p:nvSpPr>
          <p:spPr>
            <a:xfrm>
              <a:off x="885578" y="43053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53"/>
            <p:cNvSpPr/>
            <p:nvPr/>
          </p:nvSpPr>
          <p:spPr>
            <a:xfrm>
              <a:off x="1009341" y="43053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53"/>
            <p:cNvSpPr/>
            <p:nvPr/>
          </p:nvSpPr>
          <p:spPr>
            <a:xfrm>
              <a:off x="1133105" y="43053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69" name="Google Shape;1369;p53"/>
            <p:cNvPicPr preferRelativeResize="0"/>
            <p:nvPr/>
          </p:nvPicPr>
          <p:blipFill rotWithShape="1">
            <a:blip r:embed="rId73">
              <a:alphaModFix/>
            </a:blip>
            <a:srcRect b="0" l="0" r="0" t="0"/>
            <a:stretch/>
          </p:blipFill>
          <p:spPr>
            <a:xfrm>
              <a:off x="1256871" y="4305300"/>
              <a:ext cx="123763" cy="1238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0" name="Google Shape;1370;p53"/>
            <p:cNvSpPr/>
            <p:nvPr/>
          </p:nvSpPr>
          <p:spPr>
            <a:xfrm>
              <a:off x="1256869" y="43053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53"/>
            <p:cNvSpPr/>
            <p:nvPr/>
          </p:nvSpPr>
          <p:spPr>
            <a:xfrm>
              <a:off x="1380633" y="43053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53"/>
            <p:cNvSpPr/>
            <p:nvPr/>
          </p:nvSpPr>
          <p:spPr>
            <a:xfrm>
              <a:off x="514287" y="44291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53"/>
            <p:cNvSpPr/>
            <p:nvPr/>
          </p:nvSpPr>
          <p:spPr>
            <a:xfrm>
              <a:off x="638051" y="44291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74" name="Google Shape;1374;p53"/>
            <p:cNvPicPr preferRelativeResize="0"/>
            <p:nvPr/>
          </p:nvPicPr>
          <p:blipFill rotWithShape="1">
            <a:blip r:embed="rId74">
              <a:alphaModFix/>
            </a:blip>
            <a:srcRect b="0" l="0" r="0" t="0"/>
            <a:stretch/>
          </p:blipFill>
          <p:spPr>
            <a:xfrm>
              <a:off x="761816" y="4429125"/>
              <a:ext cx="12376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5" name="Google Shape;1375;p53"/>
            <p:cNvSpPr/>
            <p:nvPr/>
          </p:nvSpPr>
          <p:spPr>
            <a:xfrm>
              <a:off x="761814" y="44291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76" name="Google Shape;1376;p53"/>
            <p:cNvPicPr preferRelativeResize="0"/>
            <p:nvPr/>
          </p:nvPicPr>
          <p:blipFill rotWithShape="1">
            <a:blip r:embed="rId75">
              <a:alphaModFix/>
            </a:blip>
            <a:srcRect b="0" l="0" r="0" t="0"/>
            <a:stretch/>
          </p:blipFill>
          <p:spPr>
            <a:xfrm>
              <a:off x="885580" y="4429125"/>
              <a:ext cx="12377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7" name="Google Shape;1377;p53"/>
            <p:cNvSpPr/>
            <p:nvPr/>
          </p:nvSpPr>
          <p:spPr>
            <a:xfrm>
              <a:off x="885578" y="44291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78" name="Google Shape;1378;p53"/>
            <p:cNvPicPr preferRelativeResize="0"/>
            <p:nvPr/>
          </p:nvPicPr>
          <p:blipFill rotWithShape="1">
            <a:blip r:embed="rId76">
              <a:alphaModFix/>
            </a:blip>
            <a:srcRect b="0" l="0" r="0" t="0"/>
            <a:stretch/>
          </p:blipFill>
          <p:spPr>
            <a:xfrm>
              <a:off x="1009344" y="4429125"/>
              <a:ext cx="12376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9" name="Google Shape;1379;p53"/>
            <p:cNvSpPr/>
            <p:nvPr/>
          </p:nvSpPr>
          <p:spPr>
            <a:xfrm>
              <a:off x="1009342" y="44291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80" name="Google Shape;1380;p53"/>
            <p:cNvPicPr preferRelativeResize="0"/>
            <p:nvPr/>
          </p:nvPicPr>
          <p:blipFill rotWithShape="1">
            <a:blip r:embed="rId77">
              <a:alphaModFix/>
            </a:blip>
            <a:srcRect b="0" l="0" r="0" t="0"/>
            <a:stretch/>
          </p:blipFill>
          <p:spPr>
            <a:xfrm>
              <a:off x="1133108" y="4429125"/>
              <a:ext cx="12377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1" name="Google Shape;1381;p53"/>
            <p:cNvSpPr/>
            <p:nvPr/>
          </p:nvSpPr>
          <p:spPr>
            <a:xfrm>
              <a:off x="1133106" y="44291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53"/>
            <p:cNvSpPr/>
            <p:nvPr/>
          </p:nvSpPr>
          <p:spPr>
            <a:xfrm>
              <a:off x="1256869" y="44291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53"/>
            <p:cNvSpPr/>
            <p:nvPr/>
          </p:nvSpPr>
          <p:spPr>
            <a:xfrm>
              <a:off x="1380633" y="44291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4" name="Google Shape;1384;p53"/>
          <p:cNvGrpSpPr/>
          <p:nvPr/>
        </p:nvGrpSpPr>
        <p:grpSpPr>
          <a:xfrm>
            <a:off x="2189857" y="3324225"/>
            <a:ext cx="990175" cy="1238250"/>
            <a:chOff x="2189857" y="3324225"/>
            <a:chExt cx="990175" cy="1238250"/>
          </a:xfrm>
        </p:grpSpPr>
        <p:sp>
          <p:nvSpPr>
            <p:cNvPr id="1385" name="Google Shape;1385;p53"/>
            <p:cNvSpPr/>
            <p:nvPr/>
          </p:nvSpPr>
          <p:spPr>
            <a:xfrm>
              <a:off x="2189857" y="33242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53"/>
            <p:cNvSpPr/>
            <p:nvPr/>
          </p:nvSpPr>
          <p:spPr>
            <a:xfrm>
              <a:off x="2313621" y="33242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53"/>
            <p:cNvSpPr/>
            <p:nvPr/>
          </p:nvSpPr>
          <p:spPr>
            <a:xfrm>
              <a:off x="2437385" y="33242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88" name="Google Shape;1388;p53"/>
            <p:cNvPicPr preferRelativeResize="0"/>
            <p:nvPr/>
          </p:nvPicPr>
          <p:blipFill rotWithShape="1">
            <a:blip r:embed="rId78">
              <a:alphaModFix/>
            </a:blip>
            <a:srcRect b="0" l="0" r="0" t="0"/>
            <a:stretch/>
          </p:blipFill>
          <p:spPr>
            <a:xfrm>
              <a:off x="2561151" y="3324225"/>
              <a:ext cx="12376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9" name="Google Shape;1389;p53"/>
            <p:cNvSpPr/>
            <p:nvPr/>
          </p:nvSpPr>
          <p:spPr>
            <a:xfrm>
              <a:off x="2561149" y="33242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90" name="Google Shape;1390;p53"/>
            <p:cNvPicPr preferRelativeResize="0"/>
            <p:nvPr/>
          </p:nvPicPr>
          <p:blipFill rotWithShape="1">
            <a:blip r:embed="rId79">
              <a:alphaModFix/>
            </a:blip>
            <a:srcRect b="0" l="0" r="0" t="0"/>
            <a:stretch/>
          </p:blipFill>
          <p:spPr>
            <a:xfrm>
              <a:off x="2684914" y="3324225"/>
              <a:ext cx="12376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1" name="Google Shape;1391;p53"/>
            <p:cNvSpPr/>
            <p:nvPr/>
          </p:nvSpPr>
          <p:spPr>
            <a:xfrm>
              <a:off x="2684912" y="33242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92" name="Google Shape;1392;p53"/>
            <p:cNvPicPr preferRelativeResize="0"/>
            <p:nvPr/>
          </p:nvPicPr>
          <p:blipFill rotWithShape="1">
            <a:blip r:embed="rId80">
              <a:alphaModFix/>
            </a:blip>
            <a:srcRect b="0" l="0" r="0" t="0"/>
            <a:stretch/>
          </p:blipFill>
          <p:spPr>
            <a:xfrm>
              <a:off x="2808678" y="3324225"/>
              <a:ext cx="12376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3" name="Google Shape;1393;p53"/>
            <p:cNvSpPr/>
            <p:nvPr/>
          </p:nvSpPr>
          <p:spPr>
            <a:xfrm>
              <a:off x="2808676" y="33242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53"/>
            <p:cNvSpPr/>
            <p:nvPr/>
          </p:nvSpPr>
          <p:spPr>
            <a:xfrm>
              <a:off x="2932440" y="33242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53"/>
            <p:cNvSpPr/>
            <p:nvPr/>
          </p:nvSpPr>
          <p:spPr>
            <a:xfrm>
              <a:off x="3056204" y="33242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53"/>
            <p:cNvSpPr/>
            <p:nvPr/>
          </p:nvSpPr>
          <p:spPr>
            <a:xfrm>
              <a:off x="2189858" y="34480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53"/>
            <p:cNvSpPr/>
            <p:nvPr/>
          </p:nvSpPr>
          <p:spPr>
            <a:xfrm>
              <a:off x="2313621" y="34480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98" name="Google Shape;1398;p53"/>
            <p:cNvPicPr preferRelativeResize="0"/>
            <p:nvPr/>
          </p:nvPicPr>
          <p:blipFill rotWithShape="1">
            <a:blip r:embed="rId81">
              <a:alphaModFix/>
            </a:blip>
            <a:srcRect b="0" l="0" r="0" t="0"/>
            <a:stretch/>
          </p:blipFill>
          <p:spPr>
            <a:xfrm>
              <a:off x="2437378" y="3448050"/>
              <a:ext cx="12377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9" name="Google Shape;1399;p53"/>
            <p:cNvSpPr/>
            <p:nvPr/>
          </p:nvSpPr>
          <p:spPr>
            <a:xfrm>
              <a:off x="2437385" y="34480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53"/>
            <p:cNvSpPr/>
            <p:nvPr/>
          </p:nvSpPr>
          <p:spPr>
            <a:xfrm>
              <a:off x="2561149" y="34480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53"/>
            <p:cNvSpPr/>
            <p:nvPr/>
          </p:nvSpPr>
          <p:spPr>
            <a:xfrm>
              <a:off x="2684913" y="34480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53"/>
            <p:cNvSpPr/>
            <p:nvPr/>
          </p:nvSpPr>
          <p:spPr>
            <a:xfrm>
              <a:off x="2808676" y="34480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03" name="Google Shape;1403;p53"/>
            <p:cNvPicPr preferRelativeResize="0"/>
            <p:nvPr/>
          </p:nvPicPr>
          <p:blipFill rotWithShape="1">
            <a:blip r:embed="rId82">
              <a:alphaModFix/>
            </a:blip>
            <a:srcRect b="0" l="0" r="0" t="0"/>
            <a:stretch/>
          </p:blipFill>
          <p:spPr>
            <a:xfrm>
              <a:off x="2932442" y="3448050"/>
              <a:ext cx="12376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4" name="Google Shape;1404;p53"/>
            <p:cNvSpPr/>
            <p:nvPr/>
          </p:nvSpPr>
          <p:spPr>
            <a:xfrm>
              <a:off x="2932440" y="34480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53"/>
            <p:cNvSpPr/>
            <p:nvPr/>
          </p:nvSpPr>
          <p:spPr>
            <a:xfrm>
              <a:off x="3056204" y="34480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53"/>
            <p:cNvSpPr/>
            <p:nvPr/>
          </p:nvSpPr>
          <p:spPr>
            <a:xfrm>
              <a:off x="2189858" y="35718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07" name="Google Shape;1407;p53"/>
            <p:cNvPicPr preferRelativeResize="0"/>
            <p:nvPr/>
          </p:nvPicPr>
          <p:blipFill rotWithShape="1">
            <a:blip r:embed="rId83">
              <a:alphaModFix/>
            </a:blip>
            <a:srcRect b="0" l="0" r="0" t="0"/>
            <a:stretch/>
          </p:blipFill>
          <p:spPr>
            <a:xfrm>
              <a:off x="2313624" y="3571875"/>
              <a:ext cx="12376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8" name="Google Shape;1408;p53"/>
            <p:cNvSpPr/>
            <p:nvPr/>
          </p:nvSpPr>
          <p:spPr>
            <a:xfrm>
              <a:off x="2313622" y="35718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53"/>
            <p:cNvSpPr/>
            <p:nvPr/>
          </p:nvSpPr>
          <p:spPr>
            <a:xfrm>
              <a:off x="2437386" y="35718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53"/>
            <p:cNvSpPr/>
            <p:nvPr/>
          </p:nvSpPr>
          <p:spPr>
            <a:xfrm>
              <a:off x="2561149" y="35718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53"/>
            <p:cNvSpPr/>
            <p:nvPr/>
          </p:nvSpPr>
          <p:spPr>
            <a:xfrm>
              <a:off x="2684913" y="35718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53"/>
            <p:cNvSpPr/>
            <p:nvPr/>
          </p:nvSpPr>
          <p:spPr>
            <a:xfrm>
              <a:off x="2808677" y="35718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53"/>
            <p:cNvSpPr/>
            <p:nvPr/>
          </p:nvSpPr>
          <p:spPr>
            <a:xfrm>
              <a:off x="2932441" y="35718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14" name="Google Shape;1414;p53"/>
            <p:cNvPicPr preferRelativeResize="0"/>
            <p:nvPr/>
          </p:nvPicPr>
          <p:blipFill rotWithShape="1">
            <a:blip r:embed="rId84">
              <a:alphaModFix/>
            </a:blip>
            <a:srcRect b="0" l="0" r="0" t="0"/>
            <a:stretch/>
          </p:blipFill>
          <p:spPr>
            <a:xfrm>
              <a:off x="3056206" y="3571875"/>
              <a:ext cx="12376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5" name="Google Shape;1415;p53"/>
            <p:cNvSpPr/>
            <p:nvPr/>
          </p:nvSpPr>
          <p:spPr>
            <a:xfrm>
              <a:off x="3056204" y="35718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16" name="Google Shape;1416;p53"/>
            <p:cNvPicPr preferRelativeResize="0"/>
            <p:nvPr/>
          </p:nvPicPr>
          <p:blipFill rotWithShape="1">
            <a:blip r:embed="rId85">
              <a:alphaModFix/>
            </a:blip>
            <a:srcRect b="0" l="0" r="0" t="0"/>
            <a:stretch/>
          </p:blipFill>
          <p:spPr>
            <a:xfrm>
              <a:off x="2189860" y="3695700"/>
              <a:ext cx="12376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7" name="Google Shape;1417;p53"/>
            <p:cNvSpPr/>
            <p:nvPr/>
          </p:nvSpPr>
          <p:spPr>
            <a:xfrm>
              <a:off x="2189858" y="36957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53"/>
            <p:cNvSpPr/>
            <p:nvPr/>
          </p:nvSpPr>
          <p:spPr>
            <a:xfrm>
              <a:off x="2313622" y="36957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53"/>
            <p:cNvSpPr/>
            <p:nvPr/>
          </p:nvSpPr>
          <p:spPr>
            <a:xfrm>
              <a:off x="2437386" y="36957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53"/>
            <p:cNvSpPr/>
            <p:nvPr/>
          </p:nvSpPr>
          <p:spPr>
            <a:xfrm>
              <a:off x="2561150" y="36957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53"/>
            <p:cNvSpPr/>
            <p:nvPr/>
          </p:nvSpPr>
          <p:spPr>
            <a:xfrm>
              <a:off x="2684913" y="36957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53"/>
            <p:cNvSpPr/>
            <p:nvPr/>
          </p:nvSpPr>
          <p:spPr>
            <a:xfrm>
              <a:off x="2808677" y="36957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53"/>
            <p:cNvSpPr/>
            <p:nvPr/>
          </p:nvSpPr>
          <p:spPr>
            <a:xfrm>
              <a:off x="2932441" y="36957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53"/>
            <p:cNvSpPr/>
            <p:nvPr/>
          </p:nvSpPr>
          <p:spPr>
            <a:xfrm>
              <a:off x="3056205" y="36957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25" name="Google Shape;1425;p53"/>
            <p:cNvPicPr preferRelativeResize="0"/>
            <p:nvPr/>
          </p:nvPicPr>
          <p:blipFill rotWithShape="1">
            <a:blip r:embed="rId86">
              <a:alphaModFix/>
            </a:blip>
            <a:srcRect b="0" l="0" r="0" t="0"/>
            <a:stretch/>
          </p:blipFill>
          <p:spPr>
            <a:xfrm>
              <a:off x="2189861" y="3819525"/>
              <a:ext cx="12376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6" name="Google Shape;1426;p53"/>
            <p:cNvSpPr/>
            <p:nvPr/>
          </p:nvSpPr>
          <p:spPr>
            <a:xfrm>
              <a:off x="2189859" y="38195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53"/>
            <p:cNvSpPr/>
            <p:nvPr/>
          </p:nvSpPr>
          <p:spPr>
            <a:xfrm>
              <a:off x="2313623" y="38195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53"/>
            <p:cNvSpPr/>
            <p:nvPr/>
          </p:nvSpPr>
          <p:spPr>
            <a:xfrm>
              <a:off x="2437386" y="38195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53"/>
            <p:cNvSpPr/>
            <p:nvPr/>
          </p:nvSpPr>
          <p:spPr>
            <a:xfrm>
              <a:off x="2561150" y="38195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53"/>
            <p:cNvSpPr/>
            <p:nvPr/>
          </p:nvSpPr>
          <p:spPr>
            <a:xfrm>
              <a:off x="2684914" y="38195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53"/>
            <p:cNvSpPr/>
            <p:nvPr/>
          </p:nvSpPr>
          <p:spPr>
            <a:xfrm>
              <a:off x="2808678" y="38195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53"/>
            <p:cNvSpPr/>
            <p:nvPr/>
          </p:nvSpPr>
          <p:spPr>
            <a:xfrm>
              <a:off x="2932441" y="38195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53"/>
            <p:cNvSpPr/>
            <p:nvPr/>
          </p:nvSpPr>
          <p:spPr>
            <a:xfrm>
              <a:off x="3056205" y="38195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34" name="Google Shape;1434;p53"/>
            <p:cNvPicPr preferRelativeResize="0"/>
            <p:nvPr/>
          </p:nvPicPr>
          <p:blipFill rotWithShape="1">
            <a:blip r:embed="rId87">
              <a:alphaModFix/>
            </a:blip>
            <a:srcRect b="0" l="0" r="0" t="0"/>
            <a:stretch/>
          </p:blipFill>
          <p:spPr>
            <a:xfrm>
              <a:off x="2189861" y="3943350"/>
              <a:ext cx="12376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5" name="Google Shape;1435;p53"/>
            <p:cNvSpPr/>
            <p:nvPr/>
          </p:nvSpPr>
          <p:spPr>
            <a:xfrm>
              <a:off x="2189859" y="39433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53"/>
            <p:cNvSpPr/>
            <p:nvPr/>
          </p:nvSpPr>
          <p:spPr>
            <a:xfrm>
              <a:off x="2313623" y="39433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53"/>
            <p:cNvSpPr/>
            <p:nvPr/>
          </p:nvSpPr>
          <p:spPr>
            <a:xfrm>
              <a:off x="2437387" y="39433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53"/>
            <p:cNvSpPr/>
            <p:nvPr/>
          </p:nvSpPr>
          <p:spPr>
            <a:xfrm>
              <a:off x="2561150" y="39433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53"/>
            <p:cNvSpPr/>
            <p:nvPr/>
          </p:nvSpPr>
          <p:spPr>
            <a:xfrm>
              <a:off x="2684914" y="39433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53"/>
            <p:cNvSpPr/>
            <p:nvPr/>
          </p:nvSpPr>
          <p:spPr>
            <a:xfrm>
              <a:off x="2808678" y="39433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53"/>
            <p:cNvSpPr/>
            <p:nvPr/>
          </p:nvSpPr>
          <p:spPr>
            <a:xfrm>
              <a:off x="2932442" y="39433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53"/>
            <p:cNvSpPr/>
            <p:nvPr/>
          </p:nvSpPr>
          <p:spPr>
            <a:xfrm>
              <a:off x="3056205" y="39433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43" name="Google Shape;1443;p53"/>
            <p:cNvPicPr preferRelativeResize="0"/>
            <p:nvPr/>
          </p:nvPicPr>
          <p:blipFill rotWithShape="1">
            <a:blip r:embed="rId88">
              <a:alphaModFix/>
            </a:blip>
            <a:srcRect b="0" l="0" r="0" t="0"/>
            <a:stretch/>
          </p:blipFill>
          <p:spPr>
            <a:xfrm>
              <a:off x="2189862" y="4067175"/>
              <a:ext cx="123763" cy="1238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4" name="Google Shape;1444;p53"/>
            <p:cNvSpPr/>
            <p:nvPr/>
          </p:nvSpPr>
          <p:spPr>
            <a:xfrm>
              <a:off x="2189860" y="40671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53"/>
            <p:cNvSpPr/>
            <p:nvPr/>
          </p:nvSpPr>
          <p:spPr>
            <a:xfrm>
              <a:off x="2313623" y="40671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53"/>
            <p:cNvSpPr/>
            <p:nvPr/>
          </p:nvSpPr>
          <p:spPr>
            <a:xfrm>
              <a:off x="2437387" y="40671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53"/>
            <p:cNvSpPr/>
            <p:nvPr/>
          </p:nvSpPr>
          <p:spPr>
            <a:xfrm>
              <a:off x="2561151" y="40671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53"/>
            <p:cNvSpPr/>
            <p:nvPr/>
          </p:nvSpPr>
          <p:spPr>
            <a:xfrm>
              <a:off x="2684915" y="40671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53"/>
            <p:cNvSpPr/>
            <p:nvPr/>
          </p:nvSpPr>
          <p:spPr>
            <a:xfrm>
              <a:off x="2808678" y="40671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53"/>
            <p:cNvSpPr/>
            <p:nvPr/>
          </p:nvSpPr>
          <p:spPr>
            <a:xfrm>
              <a:off x="2932442" y="40671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53"/>
            <p:cNvSpPr/>
            <p:nvPr/>
          </p:nvSpPr>
          <p:spPr>
            <a:xfrm>
              <a:off x="3056206" y="40671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53"/>
            <p:cNvSpPr/>
            <p:nvPr/>
          </p:nvSpPr>
          <p:spPr>
            <a:xfrm>
              <a:off x="2189860" y="41910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53" name="Google Shape;1453;p53"/>
            <p:cNvPicPr preferRelativeResize="0"/>
            <p:nvPr/>
          </p:nvPicPr>
          <p:blipFill rotWithShape="1">
            <a:blip r:embed="rId89">
              <a:alphaModFix/>
            </a:blip>
            <a:srcRect b="0" l="0" r="0" t="0"/>
            <a:stretch/>
          </p:blipFill>
          <p:spPr>
            <a:xfrm>
              <a:off x="2313626" y="4191000"/>
              <a:ext cx="12376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4" name="Google Shape;1454;p53"/>
            <p:cNvSpPr/>
            <p:nvPr/>
          </p:nvSpPr>
          <p:spPr>
            <a:xfrm>
              <a:off x="2313624" y="41910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53"/>
            <p:cNvSpPr/>
            <p:nvPr/>
          </p:nvSpPr>
          <p:spPr>
            <a:xfrm>
              <a:off x="2437387" y="41910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53"/>
            <p:cNvSpPr/>
            <p:nvPr/>
          </p:nvSpPr>
          <p:spPr>
            <a:xfrm>
              <a:off x="2561151" y="41910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53"/>
            <p:cNvSpPr/>
            <p:nvPr/>
          </p:nvSpPr>
          <p:spPr>
            <a:xfrm>
              <a:off x="2684915" y="41910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53"/>
            <p:cNvSpPr/>
            <p:nvPr/>
          </p:nvSpPr>
          <p:spPr>
            <a:xfrm>
              <a:off x="2808679" y="41910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53"/>
            <p:cNvSpPr/>
            <p:nvPr/>
          </p:nvSpPr>
          <p:spPr>
            <a:xfrm>
              <a:off x="2932443" y="41910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60" name="Google Shape;1460;p53"/>
            <p:cNvPicPr preferRelativeResize="0"/>
            <p:nvPr/>
          </p:nvPicPr>
          <p:blipFill rotWithShape="1">
            <a:blip r:embed="rId90">
              <a:alphaModFix/>
            </a:blip>
            <a:srcRect b="0" l="0" r="0" t="0"/>
            <a:stretch/>
          </p:blipFill>
          <p:spPr>
            <a:xfrm>
              <a:off x="3056208" y="4191000"/>
              <a:ext cx="12376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1" name="Google Shape;1461;p53"/>
            <p:cNvSpPr/>
            <p:nvPr/>
          </p:nvSpPr>
          <p:spPr>
            <a:xfrm>
              <a:off x="3056206" y="41910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53"/>
            <p:cNvSpPr/>
            <p:nvPr/>
          </p:nvSpPr>
          <p:spPr>
            <a:xfrm>
              <a:off x="2189860" y="43148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53"/>
            <p:cNvSpPr/>
            <p:nvPr/>
          </p:nvSpPr>
          <p:spPr>
            <a:xfrm>
              <a:off x="2313624" y="43148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64" name="Google Shape;1464;p53"/>
            <p:cNvPicPr preferRelativeResize="0"/>
            <p:nvPr/>
          </p:nvPicPr>
          <p:blipFill rotWithShape="1">
            <a:blip r:embed="rId91">
              <a:alphaModFix/>
            </a:blip>
            <a:srcRect b="0" l="0" r="0" t="0"/>
            <a:stretch/>
          </p:blipFill>
          <p:spPr>
            <a:xfrm>
              <a:off x="2437380" y="4314825"/>
              <a:ext cx="123773" cy="1238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5" name="Google Shape;1465;p53"/>
            <p:cNvSpPr/>
            <p:nvPr/>
          </p:nvSpPr>
          <p:spPr>
            <a:xfrm>
              <a:off x="2437388" y="43148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53"/>
            <p:cNvSpPr/>
            <p:nvPr/>
          </p:nvSpPr>
          <p:spPr>
            <a:xfrm>
              <a:off x="2561152" y="43148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53"/>
            <p:cNvSpPr/>
            <p:nvPr/>
          </p:nvSpPr>
          <p:spPr>
            <a:xfrm>
              <a:off x="2684915" y="43148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53"/>
            <p:cNvSpPr/>
            <p:nvPr/>
          </p:nvSpPr>
          <p:spPr>
            <a:xfrm>
              <a:off x="2808679" y="43148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69" name="Google Shape;1469;p53"/>
            <p:cNvPicPr preferRelativeResize="0"/>
            <p:nvPr/>
          </p:nvPicPr>
          <p:blipFill rotWithShape="1">
            <a:blip r:embed="rId92">
              <a:alphaModFix/>
            </a:blip>
            <a:srcRect b="0" l="0" r="0" t="0"/>
            <a:stretch/>
          </p:blipFill>
          <p:spPr>
            <a:xfrm>
              <a:off x="2932445" y="4314825"/>
              <a:ext cx="123763" cy="1238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0" name="Google Shape;1470;p53"/>
            <p:cNvSpPr/>
            <p:nvPr/>
          </p:nvSpPr>
          <p:spPr>
            <a:xfrm>
              <a:off x="2932443" y="43148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53"/>
            <p:cNvSpPr/>
            <p:nvPr/>
          </p:nvSpPr>
          <p:spPr>
            <a:xfrm>
              <a:off x="3056207" y="43148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53"/>
            <p:cNvSpPr/>
            <p:nvPr/>
          </p:nvSpPr>
          <p:spPr>
            <a:xfrm>
              <a:off x="2189861" y="44386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53"/>
            <p:cNvSpPr/>
            <p:nvPr/>
          </p:nvSpPr>
          <p:spPr>
            <a:xfrm>
              <a:off x="2313625" y="44386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53"/>
            <p:cNvSpPr/>
            <p:nvPr/>
          </p:nvSpPr>
          <p:spPr>
            <a:xfrm>
              <a:off x="2437388" y="44386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75" name="Google Shape;1475;p53"/>
            <p:cNvPicPr preferRelativeResize="0"/>
            <p:nvPr/>
          </p:nvPicPr>
          <p:blipFill rotWithShape="1">
            <a:blip r:embed="rId93">
              <a:alphaModFix/>
            </a:blip>
            <a:srcRect b="0" l="0" r="0" t="0"/>
            <a:stretch/>
          </p:blipFill>
          <p:spPr>
            <a:xfrm>
              <a:off x="2561154" y="4438650"/>
              <a:ext cx="12376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6" name="Google Shape;1476;p53"/>
            <p:cNvSpPr/>
            <p:nvPr/>
          </p:nvSpPr>
          <p:spPr>
            <a:xfrm>
              <a:off x="2561152" y="44386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77" name="Google Shape;1477;p53"/>
            <p:cNvPicPr preferRelativeResize="0"/>
            <p:nvPr/>
          </p:nvPicPr>
          <p:blipFill rotWithShape="1">
            <a:blip r:embed="rId94">
              <a:alphaModFix/>
            </a:blip>
            <a:srcRect b="0" l="0" r="0" t="0"/>
            <a:stretch/>
          </p:blipFill>
          <p:spPr>
            <a:xfrm>
              <a:off x="2684918" y="4438650"/>
              <a:ext cx="12376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8" name="Google Shape;1478;p53"/>
            <p:cNvSpPr/>
            <p:nvPr/>
          </p:nvSpPr>
          <p:spPr>
            <a:xfrm>
              <a:off x="2684916" y="44386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79" name="Google Shape;1479;p53"/>
            <p:cNvPicPr preferRelativeResize="0"/>
            <p:nvPr/>
          </p:nvPicPr>
          <p:blipFill rotWithShape="1">
            <a:blip r:embed="rId95">
              <a:alphaModFix/>
            </a:blip>
            <a:srcRect b="0" l="0" r="0" t="0"/>
            <a:stretch/>
          </p:blipFill>
          <p:spPr>
            <a:xfrm>
              <a:off x="2808682" y="4438650"/>
              <a:ext cx="12376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0" name="Google Shape;1480;p53"/>
            <p:cNvSpPr/>
            <p:nvPr/>
          </p:nvSpPr>
          <p:spPr>
            <a:xfrm>
              <a:off x="2808680" y="44386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53"/>
            <p:cNvSpPr/>
            <p:nvPr/>
          </p:nvSpPr>
          <p:spPr>
            <a:xfrm>
              <a:off x="2932443" y="44386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53"/>
            <p:cNvSpPr/>
            <p:nvPr/>
          </p:nvSpPr>
          <p:spPr>
            <a:xfrm>
              <a:off x="3056207" y="44386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3" name="Google Shape;1483;p53"/>
          <p:cNvGrpSpPr/>
          <p:nvPr/>
        </p:nvGrpSpPr>
        <p:grpSpPr>
          <a:xfrm>
            <a:off x="3893985" y="3352800"/>
            <a:ext cx="990182" cy="1238250"/>
            <a:chOff x="3893985" y="3352800"/>
            <a:chExt cx="990182" cy="1238250"/>
          </a:xfrm>
        </p:grpSpPr>
        <p:sp>
          <p:nvSpPr>
            <p:cNvPr id="1484" name="Google Shape;1484;p53"/>
            <p:cNvSpPr/>
            <p:nvPr/>
          </p:nvSpPr>
          <p:spPr>
            <a:xfrm>
              <a:off x="3893992" y="33528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85" name="Google Shape;1485;p53"/>
            <p:cNvPicPr preferRelativeResize="0"/>
            <p:nvPr/>
          </p:nvPicPr>
          <p:blipFill rotWithShape="1">
            <a:blip r:embed="rId96">
              <a:alphaModFix/>
            </a:blip>
            <a:srcRect b="0" l="0" r="0" t="0"/>
            <a:stretch/>
          </p:blipFill>
          <p:spPr>
            <a:xfrm>
              <a:off x="4017758" y="3352800"/>
              <a:ext cx="12376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6" name="Google Shape;1486;p53"/>
            <p:cNvSpPr/>
            <p:nvPr/>
          </p:nvSpPr>
          <p:spPr>
            <a:xfrm>
              <a:off x="4017756" y="33528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87" name="Google Shape;1487;p53"/>
            <p:cNvPicPr preferRelativeResize="0"/>
            <p:nvPr/>
          </p:nvPicPr>
          <p:blipFill rotWithShape="1">
            <a:blip r:embed="rId97">
              <a:alphaModFix/>
            </a:blip>
            <a:srcRect b="0" l="0" r="0" t="0"/>
            <a:stretch/>
          </p:blipFill>
          <p:spPr>
            <a:xfrm>
              <a:off x="4141522" y="3352800"/>
              <a:ext cx="12376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8" name="Google Shape;1488;p53"/>
            <p:cNvSpPr/>
            <p:nvPr/>
          </p:nvSpPr>
          <p:spPr>
            <a:xfrm>
              <a:off x="4141520" y="33528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89" name="Google Shape;1489;p53"/>
            <p:cNvPicPr preferRelativeResize="0"/>
            <p:nvPr/>
          </p:nvPicPr>
          <p:blipFill rotWithShape="1">
            <a:blip r:embed="rId98">
              <a:alphaModFix/>
            </a:blip>
            <a:srcRect b="0" l="0" r="0" t="0"/>
            <a:stretch/>
          </p:blipFill>
          <p:spPr>
            <a:xfrm>
              <a:off x="4265285" y="3352800"/>
              <a:ext cx="12376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0" name="Google Shape;1490;p53"/>
            <p:cNvSpPr/>
            <p:nvPr/>
          </p:nvSpPr>
          <p:spPr>
            <a:xfrm>
              <a:off x="4265283" y="33528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91" name="Google Shape;1491;p53"/>
            <p:cNvPicPr preferRelativeResize="0"/>
            <p:nvPr/>
          </p:nvPicPr>
          <p:blipFill rotWithShape="1">
            <a:blip r:embed="rId99">
              <a:alphaModFix/>
            </a:blip>
            <a:srcRect b="0" l="0" r="0" t="0"/>
            <a:stretch/>
          </p:blipFill>
          <p:spPr>
            <a:xfrm>
              <a:off x="4389049" y="3352800"/>
              <a:ext cx="12377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2" name="Google Shape;1492;p53"/>
            <p:cNvSpPr/>
            <p:nvPr/>
          </p:nvSpPr>
          <p:spPr>
            <a:xfrm>
              <a:off x="4389047" y="33528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93" name="Google Shape;1493;p53"/>
            <p:cNvPicPr preferRelativeResize="0"/>
            <p:nvPr/>
          </p:nvPicPr>
          <p:blipFill rotWithShape="1">
            <a:blip r:embed="rId100">
              <a:alphaModFix/>
            </a:blip>
            <a:srcRect b="0" l="0" r="0" t="0"/>
            <a:stretch/>
          </p:blipFill>
          <p:spPr>
            <a:xfrm>
              <a:off x="4512813" y="3352800"/>
              <a:ext cx="12376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4" name="Google Shape;1494;p53"/>
            <p:cNvSpPr/>
            <p:nvPr/>
          </p:nvSpPr>
          <p:spPr>
            <a:xfrm>
              <a:off x="4512811" y="33528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95" name="Google Shape;1495;p53"/>
            <p:cNvPicPr preferRelativeResize="0"/>
            <p:nvPr/>
          </p:nvPicPr>
          <p:blipFill rotWithShape="1">
            <a:blip r:embed="rId101">
              <a:alphaModFix/>
            </a:blip>
            <a:srcRect b="0" l="0" r="0" t="0"/>
            <a:stretch/>
          </p:blipFill>
          <p:spPr>
            <a:xfrm>
              <a:off x="4636577" y="3352800"/>
              <a:ext cx="12377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6" name="Google Shape;1496;p53"/>
            <p:cNvSpPr/>
            <p:nvPr/>
          </p:nvSpPr>
          <p:spPr>
            <a:xfrm>
              <a:off x="4636575" y="33528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53"/>
            <p:cNvSpPr/>
            <p:nvPr/>
          </p:nvSpPr>
          <p:spPr>
            <a:xfrm>
              <a:off x="4760338" y="33528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98" name="Google Shape;1498;p53"/>
            <p:cNvPicPr preferRelativeResize="0"/>
            <p:nvPr/>
          </p:nvPicPr>
          <p:blipFill rotWithShape="1">
            <a:blip r:embed="rId102">
              <a:alphaModFix/>
            </a:blip>
            <a:srcRect b="0" l="0" r="0" t="0"/>
            <a:stretch/>
          </p:blipFill>
          <p:spPr>
            <a:xfrm>
              <a:off x="3893985" y="3476625"/>
              <a:ext cx="12376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9" name="Google Shape;1499;p53"/>
            <p:cNvSpPr/>
            <p:nvPr/>
          </p:nvSpPr>
          <p:spPr>
            <a:xfrm>
              <a:off x="3893992" y="34766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53"/>
            <p:cNvSpPr/>
            <p:nvPr/>
          </p:nvSpPr>
          <p:spPr>
            <a:xfrm>
              <a:off x="4017756" y="34766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53"/>
            <p:cNvSpPr/>
            <p:nvPr/>
          </p:nvSpPr>
          <p:spPr>
            <a:xfrm>
              <a:off x="4141520" y="34766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53"/>
            <p:cNvSpPr/>
            <p:nvPr/>
          </p:nvSpPr>
          <p:spPr>
            <a:xfrm>
              <a:off x="4265284" y="34766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53"/>
            <p:cNvSpPr/>
            <p:nvPr/>
          </p:nvSpPr>
          <p:spPr>
            <a:xfrm>
              <a:off x="4389047" y="34766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53"/>
            <p:cNvSpPr/>
            <p:nvPr/>
          </p:nvSpPr>
          <p:spPr>
            <a:xfrm>
              <a:off x="4512811" y="34766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53"/>
            <p:cNvSpPr/>
            <p:nvPr/>
          </p:nvSpPr>
          <p:spPr>
            <a:xfrm>
              <a:off x="4636575" y="34766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06" name="Google Shape;1506;p53"/>
            <p:cNvPicPr preferRelativeResize="0"/>
            <p:nvPr/>
          </p:nvPicPr>
          <p:blipFill rotWithShape="1">
            <a:blip r:embed="rId103">
              <a:alphaModFix/>
            </a:blip>
            <a:srcRect b="0" l="0" r="0" t="0"/>
            <a:stretch/>
          </p:blipFill>
          <p:spPr>
            <a:xfrm>
              <a:off x="4760341" y="3476625"/>
              <a:ext cx="12376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7" name="Google Shape;1507;p53"/>
            <p:cNvSpPr/>
            <p:nvPr/>
          </p:nvSpPr>
          <p:spPr>
            <a:xfrm>
              <a:off x="4760339" y="34766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08" name="Google Shape;1508;p53"/>
            <p:cNvPicPr preferRelativeResize="0"/>
            <p:nvPr/>
          </p:nvPicPr>
          <p:blipFill rotWithShape="1">
            <a:blip r:embed="rId104">
              <a:alphaModFix/>
            </a:blip>
            <a:srcRect b="0" l="0" r="0" t="0"/>
            <a:stretch/>
          </p:blipFill>
          <p:spPr>
            <a:xfrm>
              <a:off x="3893985" y="3600450"/>
              <a:ext cx="12376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9" name="Google Shape;1509;p53"/>
            <p:cNvSpPr/>
            <p:nvPr/>
          </p:nvSpPr>
          <p:spPr>
            <a:xfrm>
              <a:off x="3893993" y="36004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53"/>
            <p:cNvSpPr/>
            <p:nvPr/>
          </p:nvSpPr>
          <p:spPr>
            <a:xfrm>
              <a:off x="4017757" y="36004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53"/>
            <p:cNvSpPr/>
            <p:nvPr/>
          </p:nvSpPr>
          <p:spPr>
            <a:xfrm>
              <a:off x="4141520" y="36004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53"/>
            <p:cNvSpPr/>
            <p:nvPr/>
          </p:nvSpPr>
          <p:spPr>
            <a:xfrm>
              <a:off x="4265284" y="36004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53"/>
            <p:cNvSpPr/>
            <p:nvPr/>
          </p:nvSpPr>
          <p:spPr>
            <a:xfrm>
              <a:off x="4389048" y="36004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53"/>
            <p:cNvSpPr/>
            <p:nvPr/>
          </p:nvSpPr>
          <p:spPr>
            <a:xfrm>
              <a:off x="4512812" y="36004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53"/>
            <p:cNvSpPr/>
            <p:nvPr/>
          </p:nvSpPr>
          <p:spPr>
            <a:xfrm>
              <a:off x="4636575" y="36004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53"/>
            <p:cNvSpPr/>
            <p:nvPr/>
          </p:nvSpPr>
          <p:spPr>
            <a:xfrm>
              <a:off x="4760339" y="36004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17" name="Google Shape;1517;p53"/>
            <p:cNvPicPr preferRelativeResize="0"/>
            <p:nvPr/>
          </p:nvPicPr>
          <p:blipFill rotWithShape="1">
            <a:blip r:embed="rId105">
              <a:alphaModFix/>
            </a:blip>
            <a:srcRect b="0" l="0" r="0" t="0"/>
            <a:stretch/>
          </p:blipFill>
          <p:spPr>
            <a:xfrm>
              <a:off x="3893986" y="3724275"/>
              <a:ext cx="123763" cy="1238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8" name="Google Shape;1518;p53"/>
            <p:cNvSpPr/>
            <p:nvPr/>
          </p:nvSpPr>
          <p:spPr>
            <a:xfrm>
              <a:off x="3893993" y="37242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53"/>
            <p:cNvSpPr/>
            <p:nvPr/>
          </p:nvSpPr>
          <p:spPr>
            <a:xfrm>
              <a:off x="4017757" y="37242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53"/>
            <p:cNvSpPr/>
            <p:nvPr/>
          </p:nvSpPr>
          <p:spPr>
            <a:xfrm>
              <a:off x="4141521" y="37242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53"/>
            <p:cNvSpPr/>
            <p:nvPr/>
          </p:nvSpPr>
          <p:spPr>
            <a:xfrm>
              <a:off x="4265284" y="37242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53"/>
            <p:cNvSpPr/>
            <p:nvPr/>
          </p:nvSpPr>
          <p:spPr>
            <a:xfrm>
              <a:off x="4389048" y="37242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53"/>
            <p:cNvSpPr/>
            <p:nvPr/>
          </p:nvSpPr>
          <p:spPr>
            <a:xfrm>
              <a:off x="4512812" y="37242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53"/>
            <p:cNvSpPr/>
            <p:nvPr/>
          </p:nvSpPr>
          <p:spPr>
            <a:xfrm>
              <a:off x="4636576" y="37242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53"/>
            <p:cNvSpPr/>
            <p:nvPr/>
          </p:nvSpPr>
          <p:spPr>
            <a:xfrm>
              <a:off x="4760339" y="37242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26" name="Google Shape;1526;p53"/>
            <p:cNvPicPr preferRelativeResize="0"/>
            <p:nvPr/>
          </p:nvPicPr>
          <p:blipFill rotWithShape="1">
            <a:blip r:embed="rId106">
              <a:alphaModFix/>
            </a:blip>
            <a:srcRect b="0" l="0" r="0" t="0"/>
            <a:stretch/>
          </p:blipFill>
          <p:spPr>
            <a:xfrm>
              <a:off x="3893986" y="3848100"/>
              <a:ext cx="12376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7" name="Google Shape;1527;p53"/>
            <p:cNvSpPr/>
            <p:nvPr/>
          </p:nvSpPr>
          <p:spPr>
            <a:xfrm>
              <a:off x="3893994" y="38481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53"/>
            <p:cNvSpPr/>
            <p:nvPr/>
          </p:nvSpPr>
          <p:spPr>
            <a:xfrm>
              <a:off x="4017757" y="38481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53"/>
            <p:cNvSpPr/>
            <p:nvPr/>
          </p:nvSpPr>
          <p:spPr>
            <a:xfrm>
              <a:off x="4141521" y="38481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53"/>
            <p:cNvSpPr/>
            <p:nvPr/>
          </p:nvSpPr>
          <p:spPr>
            <a:xfrm>
              <a:off x="4265285" y="38481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53"/>
            <p:cNvSpPr/>
            <p:nvPr/>
          </p:nvSpPr>
          <p:spPr>
            <a:xfrm>
              <a:off x="4389049" y="38481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53"/>
            <p:cNvSpPr/>
            <p:nvPr/>
          </p:nvSpPr>
          <p:spPr>
            <a:xfrm>
              <a:off x="4512812" y="38481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53"/>
            <p:cNvSpPr/>
            <p:nvPr/>
          </p:nvSpPr>
          <p:spPr>
            <a:xfrm>
              <a:off x="4636576" y="38481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53"/>
            <p:cNvSpPr/>
            <p:nvPr/>
          </p:nvSpPr>
          <p:spPr>
            <a:xfrm>
              <a:off x="4760340" y="38481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35" name="Google Shape;1535;p53"/>
            <p:cNvPicPr preferRelativeResize="0"/>
            <p:nvPr/>
          </p:nvPicPr>
          <p:blipFill rotWithShape="1">
            <a:blip r:embed="rId107">
              <a:alphaModFix/>
            </a:blip>
            <a:srcRect b="0" l="0" r="0" t="0"/>
            <a:stretch/>
          </p:blipFill>
          <p:spPr>
            <a:xfrm>
              <a:off x="3893986" y="3971925"/>
              <a:ext cx="123763" cy="1238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6" name="Google Shape;1536;p53"/>
            <p:cNvSpPr/>
            <p:nvPr/>
          </p:nvSpPr>
          <p:spPr>
            <a:xfrm>
              <a:off x="3893994" y="39719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53"/>
            <p:cNvSpPr/>
            <p:nvPr/>
          </p:nvSpPr>
          <p:spPr>
            <a:xfrm>
              <a:off x="4017758" y="39719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53"/>
            <p:cNvSpPr/>
            <p:nvPr/>
          </p:nvSpPr>
          <p:spPr>
            <a:xfrm>
              <a:off x="4141521" y="39719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53"/>
            <p:cNvSpPr/>
            <p:nvPr/>
          </p:nvSpPr>
          <p:spPr>
            <a:xfrm>
              <a:off x="4265285" y="39719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53"/>
            <p:cNvSpPr/>
            <p:nvPr/>
          </p:nvSpPr>
          <p:spPr>
            <a:xfrm>
              <a:off x="4389049" y="39719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53"/>
            <p:cNvSpPr/>
            <p:nvPr/>
          </p:nvSpPr>
          <p:spPr>
            <a:xfrm>
              <a:off x="4512813" y="39719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53"/>
            <p:cNvSpPr/>
            <p:nvPr/>
          </p:nvSpPr>
          <p:spPr>
            <a:xfrm>
              <a:off x="4636576" y="39719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53"/>
            <p:cNvSpPr/>
            <p:nvPr/>
          </p:nvSpPr>
          <p:spPr>
            <a:xfrm>
              <a:off x="4760340" y="39719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44" name="Google Shape;1544;p53"/>
            <p:cNvPicPr preferRelativeResize="0"/>
            <p:nvPr/>
          </p:nvPicPr>
          <p:blipFill rotWithShape="1">
            <a:blip r:embed="rId108">
              <a:alphaModFix/>
            </a:blip>
            <a:srcRect b="0" l="0" r="0" t="0"/>
            <a:stretch/>
          </p:blipFill>
          <p:spPr>
            <a:xfrm>
              <a:off x="3893987" y="4095750"/>
              <a:ext cx="12376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5" name="Google Shape;1545;p53"/>
            <p:cNvSpPr/>
            <p:nvPr/>
          </p:nvSpPr>
          <p:spPr>
            <a:xfrm>
              <a:off x="3893994" y="40957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53"/>
            <p:cNvSpPr/>
            <p:nvPr/>
          </p:nvSpPr>
          <p:spPr>
            <a:xfrm>
              <a:off x="4017758" y="40957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53"/>
            <p:cNvSpPr/>
            <p:nvPr/>
          </p:nvSpPr>
          <p:spPr>
            <a:xfrm>
              <a:off x="4141522" y="40957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53"/>
            <p:cNvSpPr/>
            <p:nvPr/>
          </p:nvSpPr>
          <p:spPr>
            <a:xfrm>
              <a:off x="4265286" y="40957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53"/>
            <p:cNvSpPr/>
            <p:nvPr/>
          </p:nvSpPr>
          <p:spPr>
            <a:xfrm>
              <a:off x="4389049" y="40957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53"/>
            <p:cNvSpPr/>
            <p:nvPr/>
          </p:nvSpPr>
          <p:spPr>
            <a:xfrm>
              <a:off x="4512813" y="40957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53"/>
            <p:cNvSpPr/>
            <p:nvPr/>
          </p:nvSpPr>
          <p:spPr>
            <a:xfrm>
              <a:off x="4636577" y="40957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53"/>
            <p:cNvSpPr/>
            <p:nvPr/>
          </p:nvSpPr>
          <p:spPr>
            <a:xfrm>
              <a:off x="4760341" y="409575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53" name="Google Shape;1553;p53"/>
            <p:cNvPicPr preferRelativeResize="0"/>
            <p:nvPr/>
          </p:nvPicPr>
          <p:blipFill rotWithShape="1">
            <a:blip r:embed="rId109">
              <a:alphaModFix/>
            </a:blip>
            <a:srcRect b="0" l="0" r="0" t="0"/>
            <a:stretch/>
          </p:blipFill>
          <p:spPr>
            <a:xfrm>
              <a:off x="3893987" y="4219575"/>
              <a:ext cx="12376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4" name="Google Shape;1554;p53"/>
            <p:cNvSpPr/>
            <p:nvPr/>
          </p:nvSpPr>
          <p:spPr>
            <a:xfrm>
              <a:off x="3893995" y="42195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53"/>
            <p:cNvSpPr/>
            <p:nvPr/>
          </p:nvSpPr>
          <p:spPr>
            <a:xfrm>
              <a:off x="4017758" y="42195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53"/>
            <p:cNvSpPr/>
            <p:nvPr/>
          </p:nvSpPr>
          <p:spPr>
            <a:xfrm>
              <a:off x="4141522" y="42195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53"/>
            <p:cNvSpPr/>
            <p:nvPr/>
          </p:nvSpPr>
          <p:spPr>
            <a:xfrm>
              <a:off x="4265286" y="42195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53"/>
            <p:cNvSpPr/>
            <p:nvPr/>
          </p:nvSpPr>
          <p:spPr>
            <a:xfrm>
              <a:off x="4389050" y="42195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53"/>
            <p:cNvSpPr/>
            <p:nvPr/>
          </p:nvSpPr>
          <p:spPr>
            <a:xfrm>
              <a:off x="4512813" y="42195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53"/>
            <p:cNvSpPr/>
            <p:nvPr/>
          </p:nvSpPr>
          <p:spPr>
            <a:xfrm>
              <a:off x="4636577" y="42195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53"/>
            <p:cNvSpPr/>
            <p:nvPr/>
          </p:nvSpPr>
          <p:spPr>
            <a:xfrm>
              <a:off x="4760341" y="421957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62" name="Google Shape;1562;p53"/>
            <p:cNvPicPr preferRelativeResize="0"/>
            <p:nvPr/>
          </p:nvPicPr>
          <p:blipFill rotWithShape="1">
            <a:blip r:embed="rId110">
              <a:alphaModFix/>
            </a:blip>
            <a:srcRect b="0" l="0" r="0" t="0"/>
            <a:stretch/>
          </p:blipFill>
          <p:spPr>
            <a:xfrm>
              <a:off x="3893988" y="4343400"/>
              <a:ext cx="12376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3" name="Google Shape;1563;p53"/>
            <p:cNvSpPr/>
            <p:nvPr/>
          </p:nvSpPr>
          <p:spPr>
            <a:xfrm>
              <a:off x="3893995" y="43434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53"/>
            <p:cNvSpPr/>
            <p:nvPr/>
          </p:nvSpPr>
          <p:spPr>
            <a:xfrm>
              <a:off x="4017759" y="43434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53"/>
            <p:cNvSpPr/>
            <p:nvPr/>
          </p:nvSpPr>
          <p:spPr>
            <a:xfrm>
              <a:off x="4141523" y="43434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53"/>
            <p:cNvSpPr/>
            <p:nvPr/>
          </p:nvSpPr>
          <p:spPr>
            <a:xfrm>
              <a:off x="4265286" y="43434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53"/>
            <p:cNvSpPr/>
            <p:nvPr/>
          </p:nvSpPr>
          <p:spPr>
            <a:xfrm>
              <a:off x="4389050" y="43434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53"/>
            <p:cNvSpPr/>
            <p:nvPr/>
          </p:nvSpPr>
          <p:spPr>
            <a:xfrm>
              <a:off x="4512814" y="43434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53"/>
            <p:cNvSpPr/>
            <p:nvPr/>
          </p:nvSpPr>
          <p:spPr>
            <a:xfrm>
              <a:off x="4636578" y="43434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70" name="Google Shape;1570;p53"/>
            <p:cNvPicPr preferRelativeResize="0"/>
            <p:nvPr/>
          </p:nvPicPr>
          <p:blipFill rotWithShape="1">
            <a:blip r:embed="rId111">
              <a:alphaModFix/>
            </a:blip>
            <a:srcRect b="0" l="0" r="0" t="0"/>
            <a:stretch/>
          </p:blipFill>
          <p:spPr>
            <a:xfrm>
              <a:off x="4760343" y="4343400"/>
              <a:ext cx="12376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1" name="Google Shape;1571;p53"/>
            <p:cNvSpPr/>
            <p:nvPr/>
          </p:nvSpPr>
          <p:spPr>
            <a:xfrm>
              <a:off x="4760341" y="4343400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53"/>
            <p:cNvSpPr/>
            <p:nvPr/>
          </p:nvSpPr>
          <p:spPr>
            <a:xfrm>
              <a:off x="3893996" y="44672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73" name="Google Shape;1573;p53"/>
            <p:cNvPicPr preferRelativeResize="0"/>
            <p:nvPr/>
          </p:nvPicPr>
          <p:blipFill rotWithShape="1">
            <a:blip r:embed="rId112">
              <a:alphaModFix/>
            </a:blip>
            <a:srcRect b="0" l="0" r="0" t="0"/>
            <a:stretch/>
          </p:blipFill>
          <p:spPr>
            <a:xfrm>
              <a:off x="4017761" y="4467225"/>
              <a:ext cx="12376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4" name="Google Shape;1574;p53"/>
            <p:cNvSpPr/>
            <p:nvPr/>
          </p:nvSpPr>
          <p:spPr>
            <a:xfrm>
              <a:off x="4017759" y="44672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75" name="Google Shape;1575;p53"/>
            <p:cNvPicPr preferRelativeResize="0"/>
            <p:nvPr/>
          </p:nvPicPr>
          <p:blipFill rotWithShape="1">
            <a:blip r:embed="rId113">
              <a:alphaModFix/>
            </a:blip>
            <a:srcRect b="0" l="0" r="0" t="0"/>
            <a:stretch/>
          </p:blipFill>
          <p:spPr>
            <a:xfrm>
              <a:off x="4141525" y="4467225"/>
              <a:ext cx="12376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6" name="Google Shape;1576;p53"/>
            <p:cNvSpPr/>
            <p:nvPr/>
          </p:nvSpPr>
          <p:spPr>
            <a:xfrm>
              <a:off x="4141523" y="44672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77" name="Google Shape;1577;p53"/>
            <p:cNvPicPr preferRelativeResize="0"/>
            <p:nvPr/>
          </p:nvPicPr>
          <p:blipFill rotWithShape="1">
            <a:blip r:embed="rId114">
              <a:alphaModFix/>
            </a:blip>
            <a:srcRect b="0" l="0" r="0" t="0"/>
            <a:stretch/>
          </p:blipFill>
          <p:spPr>
            <a:xfrm>
              <a:off x="4265289" y="4467225"/>
              <a:ext cx="12376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8" name="Google Shape;1578;p53"/>
            <p:cNvSpPr/>
            <p:nvPr/>
          </p:nvSpPr>
          <p:spPr>
            <a:xfrm>
              <a:off x="4265287" y="44672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79" name="Google Shape;1579;p53"/>
            <p:cNvPicPr preferRelativeResize="0"/>
            <p:nvPr/>
          </p:nvPicPr>
          <p:blipFill rotWithShape="1">
            <a:blip r:embed="rId115">
              <a:alphaModFix/>
            </a:blip>
            <a:srcRect b="0" l="0" r="0" t="0"/>
            <a:stretch/>
          </p:blipFill>
          <p:spPr>
            <a:xfrm>
              <a:off x="4389053" y="4467225"/>
              <a:ext cx="12377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0" name="Google Shape;1580;p53"/>
            <p:cNvSpPr/>
            <p:nvPr/>
          </p:nvSpPr>
          <p:spPr>
            <a:xfrm>
              <a:off x="4389050" y="44672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81" name="Google Shape;1581;p53"/>
            <p:cNvPicPr preferRelativeResize="0"/>
            <p:nvPr/>
          </p:nvPicPr>
          <p:blipFill rotWithShape="1">
            <a:blip r:embed="rId116">
              <a:alphaModFix/>
            </a:blip>
            <a:srcRect b="0" l="0" r="0" t="0"/>
            <a:stretch/>
          </p:blipFill>
          <p:spPr>
            <a:xfrm>
              <a:off x="4512816" y="4467225"/>
              <a:ext cx="12376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2" name="Google Shape;1582;p53"/>
            <p:cNvSpPr/>
            <p:nvPr/>
          </p:nvSpPr>
          <p:spPr>
            <a:xfrm>
              <a:off x="4512814" y="44672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83" name="Google Shape;1583;p53"/>
            <p:cNvPicPr preferRelativeResize="0"/>
            <p:nvPr/>
          </p:nvPicPr>
          <p:blipFill rotWithShape="1">
            <a:blip r:embed="rId117">
              <a:alphaModFix/>
            </a:blip>
            <a:srcRect b="0" l="0" r="0" t="0"/>
            <a:stretch/>
          </p:blipFill>
          <p:spPr>
            <a:xfrm>
              <a:off x="4636580" y="4467225"/>
              <a:ext cx="123773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4" name="Google Shape;1584;p53"/>
            <p:cNvSpPr/>
            <p:nvPr/>
          </p:nvSpPr>
          <p:spPr>
            <a:xfrm>
              <a:off x="4636578" y="44672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53"/>
            <p:cNvSpPr/>
            <p:nvPr/>
          </p:nvSpPr>
          <p:spPr>
            <a:xfrm>
              <a:off x="4760342" y="4467225"/>
              <a:ext cx="123825" cy="123825"/>
            </a:xfrm>
            <a:custGeom>
              <a:rect b="b" l="l" r="r" t="t"/>
              <a:pathLst>
                <a:path extrusionOk="0" h="123825" w="123825">
                  <a:moveTo>
                    <a:pt x="0" y="0"/>
                  </a:moveTo>
                  <a:lnTo>
                    <a:pt x="123763" y="0"/>
                  </a:lnTo>
                  <a:lnTo>
                    <a:pt x="123763" y="123824"/>
                  </a:lnTo>
                  <a:lnTo>
                    <a:pt x="0" y="12382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86" name="Google Shape;1586;p53"/>
          <p:cNvSpPr txBox="1"/>
          <p:nvPr/>
        </p:nvSpPr>
        <p:spPr>
          <a:xfrm>
            <a:off x="958569" y="4578350"/>
            <a:ext cx="121285" cy="231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latin typeface="Arial"/>
                <a:ea typeface="Arial"/>
                <a:cs typeface="Arial"/>
                <a:sym typeface="Arial"/>
              </a:rPr>
              <a:t>8</a:t>
            </a:r>
            <a:endParaRPr sz="13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7" name="Google Shape;1587;p53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8" name="Google Shape;1588;p53"/>
          <p:cNvSpPr txBox="1"/>
          <p:nvPr/>
        </p:nvSpPr>
        <p:spPr>
          <a:xfrm>
            <a:off x="1529728" y="3825856"/>
            <a:ext cx="196850" cy="231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latin typeface="Arial"/>
                <a:ea typeface="Arial"/>
                <a:cs typeface="Arial"/>
                <a:sym typeface="Arial"/>
              </a:rPr>
              <a:t>10</a:t>
            </a:r>
            <a:endParaRPr sz="13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9" name="Google Shape;1589;p53"/>
          <p:cNvSpPr txBox="1"/>
          <p:nvPr/>
        </p:nvSpPr>
        <p:spPr>
          <a:xfrm>
            <a:off x="2643600" y="4559318"/>
            <a:ext cx="121285" cy="231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latin typeface="Arial"/>
                <a:ea typeface="Arial"/>
                <a:cs typeface="Arial"/>
                <a:sym typeface="Arial"/>
              </a:rPr>
              <a:t>8</a:t>
            </a:r>
            <a:endParaRPr sz="13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0" name="Google Shape;1590;p53"/>
          <p:cNvSpPr txBox="1"/>
          <p:nvPr/>
        </p:nvSpPr>
        <p:spPr>
          <a:xfrm>
            <a:off x="4328631" y="4587950"/>
            <a:ext cx="121285" cy="231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latin typeface="Arial"/>
                <a:ea typeface="Arial"/>
                <a:cs typeface="Arial"/>
                <a:sym typeface="Arial"/>
              </a:rPr>
              <a:t>8</a:t>
            </a:r>
            <a:endParaRPr sz="13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1" name="Google Shape;1591;p53"/>
          <p:cNvSpPr txBox="1"/>
          <p:nvPr/>
        </p:nvSpPr>
        <p:spPr>
          <a:xfrm>
            <a:off x="4909387" y="3864089"/>
            <a:ext cx="196850" cy="231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latin typeface="Arial"/>
                <a:ea typeface="Arial"/>
                <a:cs typeface="Arial"/>
                <a:sym typeface="Arial"/>
              </a:rPr>
              <a:t>10</a:t>
            </a:r>
            <a:endParaRPr sz="13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2" name="Google Shape;1592;p53"/>
          <p:cNvSpPr txBox="1"/>
          <p:nvPr/>
        </p:nvSpPr>
        <p:spPr>
          <a:xfrm>
            <a:off x="3205334" y="3854487"/>
            <a:ext cx="196850" cy="231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latin typeface="Arial"/>
                <a:ea typeface="Arial"/>
                <a:cs typeface="Arial"/>
                <a:sym typeface="Arial"/>
              </a:rPr>
              <a:t>10</a:t>
            </a:r>
            <a:endParaRPr sz="13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3" name="Google Shape;1593;p53"/>
          <p:cNvSpPr txBox="1"/>
          <p:nvPr>
            <p:ph idx="11" type="ftr"/>
          </p:nvPr>
        </p:nvSpPr>
        <p:spPr>
          <a:xfrm>
            <a:off x="3051752" y="6560763"/>
            <a:ext cx="304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7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p54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634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Parameter Setting</a:t>
            </a:r>
            <a:endParaRPr/>
          </a:p>
        </p:txBody>
      </p:sp>
      <p:sp>
        <p:nvSpPr>
          <p:cNvPr id="1599" name="Google Shape;1599;p54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00" name="Google Shape;1600;p54"/>
          <p:cNvSpPr txBox="1"/>
          <p:nvPr/>
        </p:nvSpPr>
        <p:spPr>
          <a:xfrm>
            <a:off x="535940" y="966317"/>
            <a:ext cx="6464300" cy="3829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98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Font typeface="Noto Sans Symbols"/>
              <a:buChar char="▪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Number of	layers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SzPts val="2550"/>
              <a:buFont typeface="Noto Sans Symbols"/>
              <a:buChar char="▪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Number of	neurons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too many neurons, require more training time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550"/>
              <a:buFont typeface="Noto Sans Symbols"/>
              <a:buChar char="▪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Learning rate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from experience, value should be small ~0.1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550"/>
              <a:buFont typeface="Noto Sans Symbols"/>
              <a:buChar char="▪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Momentum term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SzPts val="2550"/>
              <a:buFont typeface="Noto Sans Symbols"/>
              <a:buChar char="▪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..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1" name="Google Shape;1601;p54"/>
          <p:cNvSpPr txBox="1"/>
          <p:nvPr>
            <p:ph idx="11" type="ftr"/>
          </p:nvPr>
        </p:nvSpPr>
        <p:spPr>
          <a:xfrm>
            <a:off x="3051752" y="6560763"/>
            <a:ext cx="304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p55"/>
          <p:cNvSpPr txBox="1"/>
          <p:nvPr>
            <p:ph type="title"/>
          </p:nvPr>
        </p:nvSpPr>
        <p:spPr>
          <a:xfrm>
            <a:off x="114458" y="149180"/>
            <a:ext cx="891508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8314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Deep Networks</a:t>
            </a:r>
            <a:endParaRPr/>
          </a:p>
        </p:txBody>
      </p:sp>
      <p:sp>
        <p:nvSpPr>
          <p:cNvPr id="1607" name="Google Shape;1607;p55"/>
          <p:cNvSpPr txBox="1"/>
          <p:nvPr>
            <p:ph idx="12" type="sldNum"/>
          </p:nvPr>
        </p:nvSpPr>
        <p:spPr>
          <a:xfrm>
            <a:off x="265842" y="6555688"/>
            <a:ext cx="24130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08" name="Google Shape;1608;p55"/>
          <p:cNvSpPr txBox="1"/>
          <p:nvPr/>
        </p:nvSpPr>
        <p:spPr>
          <a:xfrm>
            <a:off x="535940" y="960905"/>
            <a:ext cx="7804784" cy="3225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55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These are neural networks with many layers.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Lots of	data	required for training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High dimensionality	(many, many features)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0" rtl="0" algn="l">
              <a:lnSpc>
                <a:spcPct val="100000"/>
              </a:lnSpc>
              <a:spcBef>
                <a:spcPts val="1689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55600" marR="1161415" rtl="0" algn="l">
              <a:lnSpc>
                <a:spcPct val="119375"/>
              </a:lnSpc>
              <a:spcBef>
                <a:spcPts val="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Normally, features are learnt by the algorithm itself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9" name="Google Shape;1609;p55"/>
          <p:cNvSpPr txBox="1"/>
          <p:nvPr>
            <p:ph idx="11" type="ftr"/>
          </p:nvPr>
        </p:nvSpPr>
        <p:spPr>
          <a:xfrm>
            <a:off x="3051752" y="6560763"/>
            <a:ext cx="304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p56"/>
          <p:cNvSpPr txBox="1"/>
          <p:nvPr/>
        </p:nvSpPr>
        <p:spPr>
          <a:xfrm>
            <a:off x="2709156" y="2724750"/>
            <a:ext cx="3725700" cy="14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9050">
                <a:latin typeface="Times New Roman"/>
                <a:ea typeface="Times New Roman"/>
                <a:cs typeface="Times New Roman"/>
                <a:sym typeface="Times New Roman"/>
              </a:rPr>
              <a:t>End</a:t>
            </a:r>
            <a:endParaRPr sz="9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5" name="Google Shape;1615;p56"/>
          <p:cNvSpPr txBox="1"/>
          <p:nvPr>
            <p:ph idx="12" type="sldNum"/>
          </p:nvPr>
        </p:nvSpPr>
        <p:spPr>
          <a:xfrm>
            <a:off x="265842" y="6555688"/>
            <a:ext cx="241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6" name="Google Shape;1616;p56"/>
          <p:cNvSpPr txBox="1"/>
          <p:nvPr>
            <p:ph idx="11" type="ftr"/>
          </p:nvPr>
        </p:nvSpPr>
        <p:spPr>
          <a:xfrm>
            <a:off x="3051752" y="6560763"/>
            <a:ext cx="304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